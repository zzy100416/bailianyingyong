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embeddedFontLst>
    <p:embeddedFont>
      <p:font typeface="MiSans" charset="-122" pitchFamily="34"/>
      <p:regular r:id="rId37"/>
    </p:embeddedFont>
    <p:embeddedFont>
      <p:font typeface="Noto Sans SC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7-2.jpg"/><Relationship Id="rId3" Type="http://schemas.openxmlformats.org/officeDocument/2006/relationships/image" Target="../media/image-17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0485" y="0"/>
            <a:ext cx="12262485" cy="6888480"/>
          </a:xfrm>
          <a:prstGeom prst="rect">
            <a:avLst/>
          </a:prstGeom>
          <a:solidFill>
            <a:srgbClr val="FFFFFF">
              <a:alpha val="14902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70485" y="0"/>
            <a:ext cx="12262485" cy="6888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158" y="2117441"/>
            <a:ext cx="6853912" cy="1938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158" y="2117441"/>
            <a:ext cx="6853912" cy="19380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小红书爆款文案助手全栈实践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27905" y="5556250"/>
            <a:ext cx="2257425" cy="2506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</a:t>
            </a:r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37" y="4055521"/>
            <a:ext cx="17875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827270" y="5093335"/>
            <a:ext cx="2684780" cy="4622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27270" y="5093335"/>
            <a:ext cx="2684780" cy="462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汇报日期：2025/01/01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90637" y="505573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1" name="Text 9"/>
          <p:cNvSpPr/>
          <p:nvPr/>
        </p:nvSpPr>
        <p:spPr>
          <a:xfrm>
            <a:off x="11090637" y="5055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284750" y="505573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3" name="Text 11"/>
          <p:cNvSpPr/>
          <p:nvPr/>
        </p:nvSpPr>
        <p:spPr>
          <a:xfrm>
            <a:off x="11284750" y="5055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78863" y="505573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78863" y="5055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672976" y="505573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7" name="Text 15"/>
          <p:cNvSpPr/>
          <p:nvPr/>
        </p:nvSpPr>
        <p:spPr>
          <a:xfrm>
            <a:off x="11672976" y="5055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11-d2t9p1tnfo2stf9dj8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286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0820" y="416560"/>
            <a:ext cx="2286635" cy="13144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290820" y="416560"/>
            <a:ext cx="2286635" cy="13144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8CAE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 录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6:17:03-d2t9ovtnfo2stf9dj8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" y="234315"/>
            <a:ext cx="2663825" cy="5245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00395" y="2034540"/>
            <a:ext cx="1823720" cy="74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142072" y="6512673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8" name="Text 4"/>
          <p:cNvSpPr/>
          <p:nvPr/>
        </p:nvSpPr>
        <p:spPr>
          <a:xfrm>
            <a:off x="11142072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36185" y="6512673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0" name="Text 6"/>
          <p:cNvSpPr/>
          <p:nvPr/>
        </p:nvSpPr>
        <p:spPr>
          <a:xfrm>
            <a:off x="11336185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530298" y="6512673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2" name="Text 8"/>
          <p:cNvSpPr/>
          <p:nvPr/>
        </p:nvSpPr>
        <p:spPr>
          <a:xfrm>
            <a:off x="11530298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724411" y="6512673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4" name="Text 10"/>
          <p:cNvSpPr/>
          <p:nvPr/>
        </p:nvSpPr>
        <p:spPr>
          <a:xfrm>
            <a:off x="11724411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30875" y="2757805"/>
            <a:ext cx="1823720" cy="74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38495" y="3494405"/>
            <a:ext cx="1823720" cy="74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30875" y="4198620"/>
            <a:ext cx="1823720" cy="74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739765" y="4924425"/>
            <a:ext cx="1823720" cy="74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19" name="Image 2" descr="https://kimi-img.moonshot.cn/pub/slides/slides_tmpl/image/25-09-05-16:17:03-d2t9ovtnfo2stf9dj87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345" y="-5715"/>
            <a:ext cx="506095" cy="16217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07630" y="2093595"/>
            <a:ext cx="4181475" cy="62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项目缘起与价值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707630" y="2818130"/>
            <a:ext cx="4109720" cy="62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技术全景与架构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709535" y="3535680"/>
            <a:ext cx="4118610" cy="62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核心功能拆解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709535" y="4263390"/>
            <a:ext cx="4136390" cy="62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交互体验亮点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717251" y="4985024"/>
            <a:ext cx="3927382" cy="627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数据模型与安全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11-d2t9p1tnfo2stf9dj8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286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42585" y="708025"/>
            <a:ext cx="2286635" cy="13144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42585" y="708025"/>
            <a:ext cx="2286635" cy="13144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8CAE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 录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6:17:03-d2t9ovtnfo2stf9dj87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" y="234315"/>
            <a:ext cx="2663825" cy="5245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00040" y="2088833"/>
            <a:ext cx="2329366" cy="160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142072" y="6512673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8" name="Text 4"/>
          <p:cNvSpPr/>
          <p:nvPr/>
        </p:nvSpPr>
        <p:spPr>
          <a:xfrm>
            <a:off x="11142072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36185" y="6512673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0" name="Text 6"/>
          <p:cNvSpPr/>
          <p:nvPr/>
        </p:nvSpPr>
        <p:spPr>
          <a:xfrm>
            <a:off x="11336185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530298" y="6512673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2" name="Text 8"/>
          <p:cNvSpPr/>
          <p:nvPr/>
        </p:nvSpPr>
        <p:spPr>
          <a:xfrm>
            <a:off x="11530298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724411" y="6512673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4" name="Text 10"/>
          <p:cNvSpPr/>
          <p:nvPr/>
        </p:nvSpPr>
        <p:spPr>
          <a:xfrm>
            <a:off x="11724411" y="6512673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42812" y="3718598"/>
            <a:ext cx="2329366" cy="1603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6:17:03-d2t9ovtnfo2stf9dj87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345" y="-5715"/>
            <a:ext cx="506095" cy="16217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7738" y="2840789"/>
            <a:ext cx="5340640" cy="134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性能与优化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7738" y="4429460"/>
            <a:ext cx="5249523" cy="134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300" kern="0" dirty="0">
                <a:solidFill>
                  <a:srgbClr val="65A2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成果数据与展望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项目缘起与价值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1692754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小红书内容创作三大核心痛点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2302175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流量红利收窄，创作门槛高企，创作者亟需破局之道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3940" y="2962455"/>
            <a:ext cx="3759200" cy="2197100"/>
          </a:xfrm>
          <a:custGeom>
            <a:avLst/>
            <a:gdLst/>
            <a:ahLst/>
            <a:cxnLst/>
            <a:rect l="l" t="t" r="r" b="b"/>
            <a:pathLst>
              <a:path w="3759200" h="21971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2095506"/>
                </a:lnTo>
                <a:cubicBezTo>
                  <a:pt x="3759200" y="2151615"/>
                  <a:pt x="3713715" y="2197100"/>
                  <a:pt x="3657606" y="2197100"/>
                </a:cubicBezTo>
                <a:lnTo>
                  <a:pt x="101594" y="2197100"/>
                </a:lnTo>
                <a:cubicBezTo>
                  <a:pt x="45485" y="2197100"/>
                  <a:pt x="0" y="2151615"/>
                  <a:pt x="0" y="20955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905000" y="3165535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8100" y="0"/>
                </a:moveTo>
                <a:cubicBezTo>
                  <a:pt x="17026" y="0"/>
                  <a:pt x="0" y="17026"/>
                  <a:pt x="0" y="38100"/>
                </a:cubicBezTo>
                <a:cubicBezTo>
                  <a:pt x="0" y="59174"/>
                  <a:pt x="17026" y="76200"/>
                  <a:pt x="38100" y="76200"/>
                </a:cubicBezTo>
                <a:lnTo>
                  <a:pt x="38100" y="89297"/>
                </a:lnTo>
                <a:cubicBezTo>
                  <a:pt x="38100" y="139779"/>
                  <a:pt x="58222" y="188238"/>
                  <a:pt x="93940" y="223957"/>
                </a:cubicBezTo>
                <a:lnTo>
                  <a:pt x="174784" y="304800"/>
                </a:lnTo>
                <a:lnTo>
                  <a:pt x="93940" y="385643"/>
                </a:lnTo>
                <a:cubicBezTo>
                  <a:pt x="58222" y="421362"/>
                  <a:pt x="38100" y="469821"/>
                  <a:pt x="38100" y="520303"/>
                </a:cubicBezTo>
                <a:lnTo>
                  <a:pt x="38100" y="533400"/>
                </a:lnTo>
                <a:cubicBezTo>
                  <a:pt x="17026" y="533400"/>
                  <a:pt x="0" y="550426"/>
                  <a:pt x="0" y="571500"/>
                </a:cubicBezTo>
                <a:cubicBezTo>
                  <a:pt x="0" y="592574"/>
                  <a:pt x="17026" y="609600"/>
                  <a:pt x="38100" y="609600"/>
                </a:cubicBezTo>
                <a:lnTo>
                  <a:pt x="419100" y="609600"/>
                </a:lnTo>
                <a:cubicBezTo>
                  <a:pt x="440174" y="609600"/>
                  <a:pt x="457200" y="592574"/>
                  <a:pt x="457200" y="571500"/>
                </a:cubicBezTo>
                <a:cubicBezTo>
                  <a:pt x="457200" y="550426"/>
                  <a:pt x="440174" y="533400"/>
                  <a:pt x="419100" y="533400"/>
                </a:cubicBezTo>
                <a:lnTo>
                  <a:pt x="419100" y="520303"/>
                </a:lnTo>
                <a:cubicBezTo>
                  <a:pt x="419100" y="469821"/>
                  <a:pt x="398978" y="421362"/>
                  <a:pt x="363260" y="385643"/>
                </a:cubicBezTo>
                <a:lnTo>
                  <a:pt x="282416" y="304800"/>
                </a:lnTo>
                <a:lnTo>
                  <a:pt x="363260" y="223957"/>
                </a:lnTo>
                <a:cubicBezTo>
                  <a:pt x="398978" y="188238"/>
                  <a:pt x="419100" y="139779"/>
                  <a:pt x="419100" y="89297"/>
                </a:cubicBezTo>
                <a:lnTo>
                  <a:pt x="419100" y="76200"/>
                </a:lnTo>
                <a:cubicBezTo>
                  <a:pt x="440174" y="76200"/>
                  <a:pt x="457200" y="59174"/>
                  <a:pt x="457200" y="38100"/>
                </a:cubicBezTo>
                <a:cubicBezTo>
                  <a:pt x="457200" y="17026"/>
                  <a:pt x="440174" y="0"/>
                  <a:pt x="419100" y="0"/>
                </a:cubicBezTo>
                <a:lnTo>
                  <a:pt x="38100" y="0"/>
                </a:lnTo>
                <a:close/>
                <a:moveTo>
                  <a:pt x="114300" y="89297"/>
                </a:moveTo>
                <a:lnTo>
                  <a:pt x="114300" y="76200"/>
                </a:lnTo>
                <a:lnTo>
                  <a:pt x="342900" y="76200"/>
                </a:lnTo>
                <a:lnTo>
                  <a:pt x="342900" y="89297"/>
                </a:lnTo>
                <a:cubicBezTo>
                  <a:pt x="342900" y="111919"/>
                  <a:pt x="336233" y="133826"/>
                  <a:pt x="323850" y="152400"/>
                </a:cubicBezTo>
                <a:lnTo>
                  <a:pt x="133350" y="152400"/>
                </a:lnTo>
                <a:cubicBezTo>
                  <a:pt x="121087" y="133826"/>
                  <a:pt x="114300" y="111919"/>
                  <a:pt x="114300" y="89297"/>
                </a:cubicBezTo>
                <a:close/>
                <a:moveTo>
                  <a:pt x="133350" y="457200"/>
                </a:moveTo>
                <a:cubicBezTo>
                  <a:pt x="137517" y="450890"/>
                  <a:pt x="142399" y="444937"/>
                  <a:pt x="147757" y="439460"/>
                </a:cubicBezTo>
                <a:lnTo>
                  <a:pt x="228600" y="358616"/>
                </a:lnTo>
                <a:lnTo>
                  <a:pt x="309443" y="439460"/>
                </a:lnTo>
                <a:cubicBezTo>
                  <a:pt x="314920" y="444937"/>
                  <a:pt x="319683" y="450890"/>
                  <a:pt x="323969" y="457200"/>
                </a:cubicBezTo>
                <a:lnTo>
                  <a:pt x="133350" y="457200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7" name="Text 4"/>
          <p:cNvSpPr/>
          <p:nvPr/>
        </p:nvSpPr>
        <p:spPr>
          <a:xfrm>
            <a:off x="1371540" y="3927535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效率低下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020" y="4384555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依赖个人经验与反复试错，高赞文案创作周期长，难以规模化产出。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28374" y="2852315"/>
            <a:ext cx="3759200" cy="2197100"/>
          </a:xfrm>
          <a:custGeom>
            <a:avLst/>
            <a:gdLst/>
            <a:ahLst/>
            <a:cxnLst/>
            <a:rect l="l" t="t" r="r" b="b"/>
            <a:pathLst>
              <a:path w="3759200" h="21971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2095506"/>
                </a:lnTo>
                <a:cubicBezTo>
                  <a:pt x="3759200" y="2151615"/>
                  <a:pt x="3713715" y="2197100"/>
                  <a:pt x="3657606" y="2197100"/>
                </a:cubicBezTo>
                <a:lnTo>
                  <a:pt x="101594" y="2197100"/>
                </a:lnTo>
                <a:cubicBezTo>
                  <a:pt x="45485" y="2197100"/>
                  <a:pt x="0" y="2151615"/>
                  <a:pt x="0" y="20955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53100" y="307570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8229" y="304919"/>
                </a:moveTo>
                <a:lnTo>
                  <a:pt x="200858" y="162163"/>
                </a:lnTo>
                <a:cubicBezTo>
                  <a:pt x="194191" y="147638"/>
                  <a:pt x="190381" y="131445"/>
                  <a:pt x="190381" y="114300"/>
                </a:cubicBezTo>
                <a:cubicBezTo>
                  <a:pt x="190381" y="51197"/>
                  <a:pt x="241578" y="0"/>
                  <a:pt x="304681" y="0"/>
                </a:cubicBezTo>
                <a:cubicBezTo>
                  <a:pt x="367784" y="0"/>
                  <a:pt x="418981" y="51197"/>
                  <a:pt x="418981" y="114300"/>
                </a:cubicBezTo>
                <a:cubicBezTo>
                  <a:pt x="418981" y="131326"/>
                  <a:pt x="415290" y="147518"/>
                  <a:pt x="408503" y="162163"/>
                </a:cubicBezTo>
                <a:lnTo>
                  <a:pt x="461367" y="253484"/>
                </a:lnTo>
                <a:cubicBezTo>
                  <a:pt x="433864" y="284440"/>
                  <a:pt x="397431" y="307181"/>
                  <a:pt x="356116" y="317540"/>
                </a:cubicBezTo>
                <a:lnTo>
                  <a:pt x="304800" y="228481"/>
                </a:lnTo>
                <a:lnTo>
                  <a:pt x="223718" y="368498"/>
                </a:lnTo>
                <a:cubicBezTo>
                  <a:pt x="249317" y="376595"/>
                  <a:pt x="276463" y="381000"/>
                  <a:pt x="304800" y="381000"/>
                </a:cubicBezTo>
                <a:cubicBezTo>
                  <a:pt x="388977" y="381000"/>
                  <a:pt x="464106" y="342067"/>
                  <a:pt x="513040" y="280987"/>
                </a:cubicBezTo>
                <a:cubicBezTo>
                  <a:pt x="526256" y="264557"/>
                  <a:pt x="550188" y="261937"/>
                  <a:pt x="566618" y="275034"/>
                </a:cubicBezTo>
                <a:cubicBezTo>
                  <a:pt x="583049" y="288131"/>
                  <a:pt x="585668" y="312182"/>
                  <a:pt x="572572" y="328613"/>
                </a:cubicBezTo>
                <a:cubicBezTo>
                  <a:pt x="509826" y="406956"/>
                  <a:pt x="413147" y="457200"/>
                  <a:pt x="304919" y="457200"/>
                </a:cubicBezTo>
                <a:cubicBezTo>
                  <a:pt x="262771" y="457200"/>
                  <a:pt x="222290" y="449580"/>
                  <a:pt x="185023" y="435650"/>
                </a:cubicBezTo>
                <a:lnTo>
                  <a:pt x="117515" y="552093"/>
                </a:lnTo>
                <a:cubicBezTo>
                  <a:pt x="111919" y="561737"/>
                  <a:pt x="103584" y="569595"/>
                  <a:pt x="93583" y="574596"/>
                </a:cubicBezTo>
                <a:lnTo>
                  <a:pt x="27622" y="607576"/>
                </a:lnTo>
                <a:cubicBezTo>
                  <a:pt x="21669" y="610553"/>
                  <a:pt x="14645" y="610195"/>
                  <a:pt x="9049" y="606743"/>
                </a:cubicBezTo>
                <a:cubicBezTo>
                  <a:pt x="3453" y="603290"/>
                  <a:pt x="0" y="597098"/>
                  <a:pt x="0" y="590550"/>
                </a:cubicBezTo>
                <a:lnTo>
                  <a:pt x="0" y="524589"/>
                </a:lnTo>
                <a:cubicBezTo>
                  <a:pt x="0" y="514588"/>
                  <a:pt x="2619" y="504706"/>
                  <a:pt x="7739" y="495895"/>
                </a:cubicBezTo>
                <a:lnTo>
                  <a:pt x="79177" y="372428"/>
                </a:lnTo>
                <a:cubicBezTo>
                  <a:pt x="63937" y="359093"/>
                  <a:pt x="49887" y="344448"/>
                  <a:pt x="37148" y="328613"/>
                </a:cubicBezTo>
                <a:cubicBezTo>
                  <a:pt x="23932" y="312182"/>
                  <a:pt x="26670" y="288250"/>
                  <a:pt x="43101" y="275034"/>
                </a:cubicBezTo>
                <a:cubicBezTo>
                  <a:pt x="59531" y="261818"/>
                  <a:pt x="83463" y="264557"/>
                  <a:pt x="96679" y="280987"/>
                </a:cubicBezTo>
                <a:cubicBezTo>
                  <a:pt x="103465" y="289441"/>
                  <a:pt x="110728" y="297418"/>
                  <a:pt x="118348" y="304919"/>
                </a:cubicBezTo>
                <a:close/>
                <a:moveTo>
                  <a:pt x="453747" y="485656"/>
                </a:moveTo>
                <a:cubicBezTo>
                  <a:pt x="492443" y="470178"/>
                  <a:pt x="528042" y="448747"/>
                  <a:pt x="559594" y="422672"/>
                </a:cubicBezTo>
                <a:lnTo>
                  <a:pt x="601980" y="495895"/>
                </a:lnTo>
                <a:cubicBezTo>
                  <a:pt x="606981" y="504587"/>
                  <a:pt x="609719" y="514469"/>
                  <a:pt x="609719" y="524589"/>
                </a:cubicBezTo>
                <a:lnTo>
                  <a:pt x="609719" y="590550"/>
                </a:lnTo>
                <a:cubicBezTo>
                  <a:pt x="609719" y="597098"/>
                  <a:pt x="606266" y="603290"/>
                  <a:pt x="600670" y="606743"/>
                </a:cubicBezTo>
                <a:cubicBezTo>
                  <a:pt x="595074" y="610195"/>
                  <a:pt x="588050" y="610553"/>
                  <a:pt x="582097" y="607576"/>
                </a:cubicBezTo>
                <a:lnTo>
                  <a:pt x="516136" y="574596"/>
                </a:lnTo>
                <a:cubicBezTo>
                  <a:pt x="506135" y="569595"/>
                  <a:pt x="497800" y="561737"/>
                  <a:pt x="492204" y="552093"/>
                </a:cubicBezTo>
                <a:lnTo>
                  <a:pt x="453747" y="485656"/>
                </a:lnTo>
                <a:close/>
                <a:moveTo>
                  <a:pt x="304800" y="152400"/>
                </a:moveTo>
                <a:cubicBezTo>
                  <a:pt x="325828" y="152400"/>
                  <a:pt x="342900" y="135328"/>
                  <a:pt x="342900" y="114300"/>
                </a:cubicBezTo>
                <a:cubicBezTo>
                  <a:pt x="342900" y="93272"/>
                  <a:pt x="325828" y="76200"/>
                  <a:pt x="304800" y="76200"/>
                </a:cubicBezTo>
                <a:cubicBezTo>
                  <a:pt x="283772" y="76200"/>
                  <a:pt x="266700" y="93272"/>
                  <a:pt x="266700" y="114300"/>
                </a:cubicBezTo>
                <a:cubicBezTo>
                  <a:pt x="266700" y="135328"/>
                  <a:pt x="283772" y="152400"/>
                  <a:pt x="304800" y="1524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1" name="Text 8"/>
          <p:cNvSpPr/>
          <p:nvPr/>
        </p:nvSpPr>
        <p:spPr>
          <a:xfrm>
            <a:off x="5283135" y="3913903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缺乏指导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51762" y="4416626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通用写作教学脱离平台语境，爆款规律难寻，模仿成本高且效果不确定。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78740" y="2962455"/>
            <a:ext cx="3759200" cy="2197100"/>
          </a:xfrm>
          <a:custGeom>
            <a:avLst/>
            <a:gdLst/>
            <a:ahLst/>
            <a:cxnLst/>
            <a:rect l="l" t="t" r="r" b="b"/>
            <a:pathLst>
              <a:path w="3759200" h="21971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2095506"/>
                </a:lnTo>
                <a:cubicBezTo>
                  <a:pt x="3759200" y="2151615"/>
                  <a:pt x="3713715" y="2197100"/>
                  <a:pt x="3657606" y="2197100"/>
                </a:cubicBezTo>
                <a:lnTo>
                  <a:pt x="101594" y="2197100"/>
                </a:lnTo>
                <a:cubicBezTo>
                  <a:pt x="45485" y="2197100"/>
                  <a:pt x="0" y="2151615"/>
                  <a:pt x="0" y="20955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753600" y="316553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6700" y="0"/>
                </a:moveTo>
                <a:cubicBezTo>
                  <a:pt x="308729" y="0"/>
                  <a:pt x="342900" y="25598"/>
                  <a:pt x="342900" y="57150"/>
                </a:cubicBezTo>
                <a:cubicBezTo>
                  <a:pt x="342900" y="69533"/>
                  <a:pt x="337661" y="80962"/>
                  <a:pt x="328613" y="90368"/>
                </a:cubicBezTo>
                <a:cubicBezTo>
                  <a:pt x="320754" y="98584"/>
                  <a:pt x="314325" y="108585"/>
                  <a:pt x="314325" y="120015"/>
                </a:cubicBezTo>
                <a:cubicBezTo>
                  <a:pt x="314325" y="137874"/>
                  <a:pt x="328851" y="152400"/>
                  <a:pt x="346710" y="152400"/>
                </a:cubicBezTo>
                <a:lnTo>
                  <a:pt x="400050" y="152400"/>
                </a:lnTo>
                <a:cubicBezTo>
                  <a:pt x="431602" y="152400"/>
                  <a:pt x="457200" y="177998"/>
                  <a:pt x="457200" y="209550"/>
                </a:cubicBezTo>
                <a:lnTo>
                  <a:pt x="457200" y="262890"/>
                </a:lnTo>
                <a:cubicBezTo>
                  <a:pt x="457200" y="280749"/>
                  <a:pt x="471726" y="295275"/>
                  <a:pt x="489585" y="295275"/>
                </a:cubicBezTo>
                <a:cubicBezTo>
                  <a:pt x="500896" y="295275"/>
                  <a:pt x="511016" y="288846"/>
                  <a:pt x="519232" y="280987"/>
                </a:cubicBezTo>
                <a:cubicBezTo>
                  <a:pt x="528638" y="272058"/>
                  <a:pt x="540068" y="266700"/>
                  <a:pt x="552450" y="266700"/>
                </a:cubicBezTo>
                <a:cubicBezTo>
                  <a:pt x="584002" y="266700"/>
                  <a:pt x="609600" y="300871"/>
                  <a:pt x="609600" y="342900"/>
                </a:cubicBezTo>
                <a:cubicBezTo>
                  <a:pt x="609600" y="384929"/>
                  <a:pt x="584002" y="419100"/>
                  <a:pt x="552450" y="419100"/>
                </a:cubicBezTo>
                <a:cubicBezTo>
                  <a:pt x="540068" y="419100"/>
                  <a:pt x="528518" y="413861"/>
                  <a:pt x="519232" y="404813"/>
                </a:cubicBezTo>
                <a:cubicBezTo>
                  <a:pt x="511016" y="396954"/>
                  <a:pt x="501015" y="390525"/>
                  <a:pt x="489585" y="390525"/>
                </a:cubicBezTo>
                <a:cubicBezTo>
                  <a:pt x="471726" y="390525"/>
                  <a:pt x="457200" y="405051"/>
                  <a:pt x="457200" y="422910"/>
                </a:cubicBezTo>
                <a:lnTo>
                  <a:pt x="457200" y="552450"/>
                </a:lnTo>
                <a:cubicBezTo>
                  <a:pt x="457200" y="584002"/>
                  <a:pt x="431602" y="609600"/>
                  <a:pt x="400050" y="609600"/>
                </a:cubicBezTo>
                <a:lnTo>
                  <a:pt x="332423" y="609600"/>
                </a:lnTo>
                <a:cubicBezTo>
                  <a:pt x="317183" y="609600"/>
                  <a:pt x="304800" y="597218"/>
                  <a:pt x="304800" y="581978"/>
                </a:cubicBezTo>
                <a:cubicBezTo>
                  <a:pt x="304800" y="571024"/>
                  <a:pt x="311706" y="561380"/>
                  <a:pt x="320516" y="554831"/>
                </a:cubicBezTo>
                <a:cubicBezTo>
                  <a:pt x="334328" y="544473"/>
                  <a:pt x="342900" y="530185"/>
                  <a:pt x="342900" y="514350"/>
                </a:cubicBezTo>
                <a:cubicBezTo>
                  <a:pt x="342900" y="482798"/>
                  <a:pt x="308729" y="457200"/>
                  <a:pt x="266700" y="457200"/>
                </a:cubicBezTo>
                <a:cubicBezTo>
                  <a:pt x="224671" y="457200"/>
                  <a:pt x="190500" y="482798"/>
                  <a:pt x="190500" y="514350"/>
                </a:cubicBezTo>
                <a:cubicBezTo>
                  <a:pt x="190500" y="530185"/>
                  <a:pt x="199072" y="544473"/>
                  <a:pt x="212884" y="554831"/>
                </a:cubicBezTo>
                <a:cubicBezTo>
                  <a:pt x="221694" y="561380"/>
                  <a:pt x="228600" y="570905"/>
                  <a:pt x="228600" y="581978"/>
                </a:cubicBezTo>
                <a:cubicBezTo>
                  <a:pt x="228600" y="597218"/>
                  <a:pt x="216218" y="609600"/>
                  <a:pt x="200978" y="609600"/>
                </a:cubicBezTo>
                <a:lnTo>
                  <a:pt x="57150" y="609600"/>
                </a:lnTo>
                <a:cubicBezTo>
                  <a:pt x="25598" y="609600"/>
                  <a:pt x="0" y="584002"/>
                  <a:pt x="0" y="552450"/>
                </a:cubicBezTo>
                <a:lnTo>
                  <a:pt x="0" y="408623"/>
                </a:lnTo>
                <a:cubicBezTo>
                  <a:pt x="0" y="393383"/>
                  <a:pt x="12383" y="381000"/>
                  <a:pt x="27622" y="381000"/>
                </a:cubicBezTo>
                <a:cubicBezTo>
                  <a:pt x="38576" y="381000"/>
                  <a:pt x="48220" y="387906"/>
                  <a:pt x="54769" y="396716"/>
                </a:cubicBezTo>
                <a:cubicBezTo>
                  <a:pt x="65127" y="410528"/>
                  <a:pt x="79415" y="419100"/>
                  <a:pt x="95250" y="419100"/>
                </a:cubicBezTo>
                <a:cubicBezTo>
                  <a:pt x="126802" y="419100"/>
                  <a:pt x="152400" y="384929"/>
                  <a:pt x="152400" y="342900"/>
                </a:cubicBezTo>
                <a:cubicBezTo>
                  <a:pt x="152400" y="300871"/>
                  <a:pt x="126802" y="266700"/>
                  <a:pt x="95250" y="266700"/>
                </a:cubicBezTo>
                <a:cubicBezTo>
                  <a:pt x="79415" y="266700"/>
                  <a:pt x="65127" y="275273"/>
                  <a:pt x="54769" y="289084"/>
                </a:cubicBezTo>
                <a:cubicBezTo>
                  <a:pt x="48220" y="297894"/>
                  <a:pt x="38695" y="304800"/>
                  <a:pt x="27622" y="304800"/>
                </a:cubicBezTo>
                <a:cubicBezTo>
                  <a:pt x="12382" y="304800"/>
                  <a:pt x="0" y="292418"/>
                  <a:pt x="0" y="277178"/>
                </a:cubicBezTo>
                <a:lnTo>
                  <a:pt x="0" y="209550"/>
                </a:lnTo>
                <a:cubicBezTo>
                  <a:pt x="0" y="177998"/>
                  <a:pt x="25598" y="152400"/>
                  <a:pt x="57150" y="152400"/>
                </a:cubicBezTo>
                <a:lnTo>
                  <a:pt x="186690" y="152400"/>
                </a:lnTo>
                <a:cubicBezTo>
                  <a:pt x="204549" y="152400"/>
                  <a:pt x="219075" y="137874"/>
                  <a:pt x="219075" y="120015"/>
                </a:cubicBezTo>
                <a:cubicBezTo>
                  <a:pt x="219075" y="108704"/>
                  <a:pt x="212646" y="98584"/>
                  <a:pt x="204787" y="90368"/>
                </a:cubicBezTo>
                <a:cubicBezTo>
                  <a:pt x="195858" y="80962"/>
                  <a:pt x="190500" y="69533"/>
                  <a:pt x="190500" y="57150"/>
                </a:cubicBezTo>
                <a:cubicBezTo>
                  <a:pt x="190500" y="25598"/>
                  <a:pt x="224671" y="0"/>
                  <a:pt x="266700" y="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5" name="Text 12"/>
          <p:cNvSpPr/>
          <p:nvPr/>
        </p:nvSpPr>
        <p:spPr>
          <a:xfrm>
            <a:off x="9042400" y="3927535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风格适配困难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1820" y="4384555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选题枯竭、风格定位模糊，难以持续产出与自身定位相符的爆款内容。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915478"/>
            <a:ext cx="518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AI文案助手的破局思路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1626439"/>
            <a:ext cx="467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以“AI+场景”重塑创作流程，实现效率的指数级提升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3940" y="274373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-60" y="2743739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4901" y="2743739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三秒生成高赞文案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4901" y="3099219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输入卖点或场景，AI输出带emoji、标签的完整笔记。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3940" y="391154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-60" y="391154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4901" y="3911540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爆款标题优化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4901" y="426702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基于热词库与数据模型，提供互动率更高的标题建议。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3940" y="507934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4" name="Text 11"/>
          <p:cNvSpPr/>
          <p:nvPr/>
        </p:nvSpPr>
        <p:spPr>
          <a:xfrm>
            <a:off x="-60" y="5079341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4901" y="5079341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仿写与润色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4901" y="5434821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保留核心卖点，切换表达风格，或微调用词规避违规风险。</a:t>
            </a:r>
            <a:endParaRPr lang="en-US" sz="1600" dirty="0"/>
          </a:p>
        </p:txBody>
      </p:sp>
      <p:pic>
        <p:nvPicPr>
          <p:cNvPr id="17" name="Image 1" descr="https://kimi-web-img.moonshot.cn/img/img-blog.csdnimg.cn/2207102f6236ebb1f25a60025701ca3fd17291c8.jpeg">    </p:cNvPr>
          <p:cNvPicPr>
            <a:picLocks noChangeAspect="1"/>
          </p:cNvPicPr>
          <p:nvPr/>
        </p:nvPicPr>
        <p:blipFill>
          <a:blip r:embed="rId2"/>
          <a:srcRect l="13438" r="13437" t="0" b="0"/>
          <a:stretch/>
        </p:blipFill>
        <p:spPr>
          <a:xfrm>
            <a:off x="5334000" y="888880"/>
            <a:ext cx="6604000" cy="508000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技术全景与架构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559099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全链路分层架构概览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-60" y="127006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前后端分离，双通道通信，支持水平扩展与模型热插拔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2668" y="2031881"/>
            <a:ext cx="2921000" cy="3251200"/>
          </a:xfrm>
          <a:custGeom>
            <a:avLst/>
            <a:gdLst/>
            <a:ahLst/>
            <a:cxnLst/>
            <a:rect l="l" t="t" r="r" b="b"/>
            <a:pathLst>
              <a:path w="2921000" h="3251200">
                <a:moveTo>
                  <a:pt x="101592" y="0"/>
                </a:moveTo>
                <a:lnTo>
                  <a:pt x="2819408" y="0"/>
                </a:lnTo>
                <a:cubicBezTo>
                  <a:pt x="2875516" y="0"/>
                  <a:pt x="2921000" y="45484"/>
                  <a:pt x="2921000" y="101592"/>
                </a:cubicBezTo>
                <a:lnTo>
                  <a:pt x="2921000" y="3149608"/>
                </a:lnTo>
                <a:cubicBezTo>
                  <a:pt x="2921000" y="3205716"/>
                  <a:pt x="2875516" y="3251200"/>
                  <a:pt x="2819408" y="3251200"/>
                </a:cubicBezTo>
                <a:lnTo>
                  <a:pt x="101592" y="3251200"/>
                </a:lnTo>
                <a:cubicBezTo>
                  <a:pt x="45484" y="3251200"/>
                  <a:pt x="0" y="3205716"/>
                  <a:pt x="0" y="31496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874448" y="26903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7" name="Text 4"/>
          <p:cNvSpPr/>
          <p:nvPr/>
        </p:nvSpPr>
        <p:spPr>
          <a:xfrm>
            <a:off x="1358301" y="3327639"/>
            <a:ext cx="199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 (React)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04788" y="378466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沉浸式交互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04788" y="4089101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04788" y="4393541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实时通信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81989" y="3144867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95B8C0"/>
          </a:solidFill>
          <a:ln/>
        </p:spPr>
      </p:sp>
      <p:sp>
        <p:nvSpPr>
          <p:cNvPr id="12" name="Text 9"/>
          <p:cNvSpPr/>
          <p:nvPr/>
        </p:nvSpPr>
        <p:spPr>
          <a:xfrm>
            <a:off x="3766688" y="3555881"/>
            <a:ext cx="128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4F4C">
                    <a:alpha val="70196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 / SSE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81989" y="3855648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596" y="165854"/>
                </a:moveTo>
                <a:cubicBezTo>
                  <a:pt x="-1845" y="158413"/>
                  <a:pt x="-1845" y="146328"/>
                  <a:pt x="5596" y="138886"/>
                </a:cubicBezTo>
                <a:lnTo>
                  <a:pt x="81796" y="62686"/>
                </a:lnTo>
                <a:cubicBezTo>
                  <a:pt x="87273" y="57210"/>
                  <a:pt x="95429" y="55602"/>
                  <a:pt x="102572" y="58579"/>
                </a:cubicBezTo>
                <a:cubicBezTo>
                  <a:pt x="109716" y="61555"/>
                  <a:pt x="114300" y="68520"/>
                  <a:pt x="114300" y="76200"/>
                </a:cubicBezTo>
                <a:lnTo>
                  <a:pt x="114300" y="114300"/>
                </a:lnTo>
                <a:lnTo>
                  <a:pt x="314325" y="114300"/>
                </a:lnTo>
                <a:cubicBezTo>
                  <a:pt x="330101" y="114300"/>
                  <a:pt x="342900" y="127099"/>
                  <a:pt x="342900" y="142875"/>
                </a:cubicBezTo>
                <a:lnTo>
                  <a:pt x="342900" y="161925"/>
                </a:lnTo>
                <a:cubicBezTo>
                  <a:pt x="342900" y="177701"/>
                  <a:pt x="330101" y="190500"/>
                  <a:pt x="314325" y="190500"/>
                </a:cubicBezTo>
                <a:lnTo>
                  <a:pt x="114300" y="190500"/>
                </a:lnTo>
                <a:lnTo>
                  <a:pt x="114300" y="228600"/>
                </a:lnTo>
                <a:cubicBezTo>
                  <a:pt x="114300" y="236280"/>
                  <a:pt x="109657" y="243245"/>
                  <a:pt x="102513" y="246221"/>
                </a:cubicBezTo>
                <a:cubicBezTo>
                  <a:pt x="95369" y="249198"/>
                  <a:pt x="87213" y="247531"/>
                  <a:pt x="81736" y="242114"/>
                </a:cubicBezTo>
                <a:lnTo>
                  <a:pt x="5536" y="165914"/>
                </a:lnTo>
                <a:close/>
              </a:path>
            </a:pathLst>
          </a:custGeom>
          <a:solidFill>
            <a:srgbClr val="95B8C0"/>
          </a:solidFill>
          <a:ln/>
        </p:spPr>
      </p:sp>
      <p:sp>
        <p:nvSpPr>
          <p:cNvPr id="14" name="Shape 11"/>
          <p:cNvSpPr/>
          <p:nvPr/>
        </p:nvSpPr>
        <p:spPr>
          <a:xfrm>
            <a:off x="4743450" y="2031881"/>
            <a:ext cx="2921000" cy="3251200"/>
          </a:xfrm>
          <a:custGeom>
            <a:avLst/>
            <a:gdLst/>
            <a:ahLst/>
            <a:cxnLst/>
            <a:rect l="l" t="t" r="r" b="b"/>
            <a:pathLst>
              <a:path w="2921000" h="3251200">
                <a:moveTo>
                  <a:pt x="101592" y="0"/>
                </a:moveTo>
                <a:lnTo>
                  <a:pt x="2819408" y="0"/>
                </a:lnTo>
                <a:cubicBezTo>
                  <a:pt x="2875516" y="0"/>
                  <a:pt x="2921000" y="45484"/>
                  <a:pt x="2921000" y="101592"/>
                </a:cubicBezTo>
                <a:lnTo>
                  <a:pt x="2921000" y="3149608"/>
                </a:lnTo>
                <a:cubicBezTo>
                  <a:pt x="2921000" y="3205716"/>
                  <a:pt x="2875516" y="3251200"/>
                  <a:pt x="2819408" y="3251200"/>
                </a:cubicBezTo>
                <a:lnTo>
                  <a:pt x="101592" y="3251200"/>
                </a:lnTo>
                <a:cubicBezTo>
                  <a:pt x="45484" y="3251200"/>
                  <a:pt x="0" y="3205716"/>
                  <a:pt x="0" y="31496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003805" y="2690363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025" y="3327639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 (Spring)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05570" y="378466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05570" y="4089101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安全认证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05570" y="4393541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数据持久化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74761" y="3144867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138946"/>
                </a:moveTo>
                <a:cubicBezTo>
                  <a:pt x="344745" y="146387"/>
                  <a:pt x="344745" y="158472"/>
                  <a:pt x="337304" y="165914"/>
                </a:cubicBezTo>
                <a:lnTo>
                  <a:pt x="261104" y="242114"/>
                </a:lnTo>
                <a:cubicBezTo>
                  <a:pt x="255627" y="247590"/>
                  <a:pt x="247471" y="249198"/>
                  <a:pt x="240328" y="246221"/>
                </a:cubicBezTo>
                <a:cubicBezTo>
                  <a:pt x="233184" y="243245"/>
                  <a:pt x="228600" y="236280"/>
                  <a:pt x="228600" y="228600"/>
                </a:cubicBezTo>
                <a:lnTo>
                  <a:pt x="228600" y="190500"/>
                </a:lnTo>
                <a:lnTo>
                  <a:pt x="28575" y="190500"/>
                </a:lnTo>
                <a:cubicBezTo>
                  <a:pt x="12799" y="190500"/>
                  <a:pt x="0" y="177701"/>
                  <a:pt x="0" y="161925"/>
                </a:cubicBezTo>
                <a:lnTo>
                  <a:pt x="0" y="142875"/>
                </a:lnTo>
                <a:cubicBezTo>
                  <a:pt x="0" y="127099"/>
                  <a:pt x="12799" y="114300"/>
                  <a:pt x="28575" y="114300"/>
                </a:cubicBezTo>
                <a:lnTo>
                  <a:pt x="228600" y="114300"/>
                </a:lnTo>
                <a:lnTo>
                  <a:pt x="228600" y="76200"/>
                </a:lnTo>
                <a:cubicBezTo>
                  <a:pt x="228600" y="68520"/>
                  <a:pt x="233243" y="61555"/>
                  <a:pt x="240387" y="58579"/>
                </a:cubicBezTo>
                <a:cubicBezTo>
                  <a:pt x="247531" y="55602"/>
                  <a:pt x="255687" y="57269"/>
                  <a:pt x="261164" y="62686"/>
                </a:cubicBezTo>
                <a:lnTo>
                  <a:pt x="337364" y="138886"/>
                </a:lnTo>
                <a:close/>
              </a:path>
            </a:pathLst>
          </a:custGeom>
          <a:solidFill>
            <a:srgbClr val="95B8C0"/>
          </a:solidFill>
          <a:ln/>
        </p:spPr>
      </p:sp>
      <p:sp>
        <p:nvSpPr>
          <p:cNvPr id="21" name="Text 18"/>
          <p:cNvSpPr/>
          <p:nvPr/>
        </p:nvSpPr>
        <p:spPr>
          <a:xfrm>
            <a:off x="7867470" y="3555881"/>
            <a:ext cx="106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4F4C">
                    <a:alpha val="70196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974761" y="3855648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596" y="165854"/>
                </a:moveTo>
                <a:cubicBezTo>
                  <a:pt x="-1845" y="158413"/>
                  <a:pt x="-1845" y="146328"/>
                  <a:pt x="5596" y="138886"/>
                </a:cubicBezTo>
                <a:lnTo>
                  <a:pt x="81796" y="62686"/>
                </a:lnTo>
                <a:cubicBezTo>
                  <a:pt x="87273" y="57210"/>
                  <a:pt x="95429" y="55602"/>
                  <a:pt x="102572" y="58579"/>
                </a:cubicBezTo>
                <a:cubicBezTo>
                  <a:pt x="109716" y="61555"/>
                  <a:pt x="114300" y="68520"/>
                  <a:pt x="114300" y="76200"/>
                </a:cubicBezTo>
                <a:lnTo>
                  <a:pt x="114300" y="114300"/>
                </a:lnTo>
                <a:lnTo>
                  <a:pt x="314325" y="114300"/>
                </a:lnTo>
                <a:cubicBezTo>
                  <a:pt x="330101" y="114300"/>
                  <a:pt x="342900" y="127099"/>
                  <a:pt x="342900" y="142875"/>
                </a:cubicBezTo>
                <a:lnTo>
                  <a:pt x="342900" y="161925"/>
                </a:lnTo>
                <a:cubicBezTo>
                  <a:pt x="342900" y="177701"/>
                  <a:pt x="330101" y="190500"/>
                  <a:pt x="314325" y="190500"/>
                </a:cubicBezTo>
                <a:lnTo>
                  <a:pt x="114300" y="190500"/>
                </a:lnTo>
                <a:lnTo>
                  <a:pt x="114300" y="228600"/>
                </a:lnTo>
                <a:cubicBezTo>
                  <a:pt x="114300" y="236280"/>
                  <a:pt x="109657" y="243245"/>
                  <a:pt x="102513" y="246221"/>
                </a:cubicBezTo>
                <a:cubicBezTo>
                  <a:pt x="95369" y="249198"/>
                  <a:pt x="87213" y="247531"/>
                  <a:pt x="81736" y="242114"/>
                </a:cubicBezTo>
                <a:lnTo>
                  <a:pt x="5536" y="165914"/>
                </a:lnTo>
                <a:close/>
              </a:path>
            </a:pathLst>
          </a:custGeom>
          <a:solidFill>
            <a:srgbClr val="95B8C0"/>
          </a:solidFill>
          <a:ln/>
        </p:spPr>
      </p:sp>
      <p:sp>
        <p:nvSpPr>
          <p:cNvPr id="23" name="Shape 20"/>
          <p:cNvSpPr/>
          <p:nvPr/>
        </p:nvSpPr>
        <p:spPr>
          <a:xfrm>
            <a:off x="8628212" y="2031881"/>
            <a:ext cx="2921000" cy="3251200"/>
          </a:xfrm>
          <a:custGeom>
            <a:avLst/>
            <a:gdLst/>
            <a:ahLst/>
            <a:cxnLst/>
            <a:rect l="l" t="t" r="r" b="b"/>
            <a:pathLst>
              <a:path w="2921000" h="3251200">
                <a:moveTo>
                  <a:pt x="101592" y="0"/>
                </a:moveTo>
                <a:lnTo>
                  <a:pt x="2819408" y="0"/>
                </a:lnTo>
                <a:cubicBezTo>
                  <a:pt x="2875516" y="0"/>
                  <a:pt x="2921000" y="45484"/>
                  <a:pt x="2921000" y="101592"/>
                </a:cubicBezTo>
                <a:lnTo>
                  <a:pt x="2921000" y="3149608"/>
                </a:lnTo>
                <a:cubicBezTo>
                  <a:pt x="2921000" y="3205716"/>
                  <a:pt x="2875516" y="3251200"/>
                  <a:pt x="2819408" y="3251200"/>
                </a:cubicBezTo>
                <a:lnTo>
                  <a:pt x="101592" y="3251200"/>
                </a:lnTo>
                <a:cubicBezTo>
                  <a:pt x="45484" y="3251200"/>
                  <a:pt x="0" y="3205716"/>
                  <a:pt x="0" y="31496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859993" y="26903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25" name="Text 22"/>
          <p:cNvSpPr/>
          <p:nvPr/>
        </p:nvSpPr>
        <p:spPr>
          <a:xfrm>
            <a:off x="9305745" y="3327639"/>
            <a:ext cx="207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AI服务 (百炼)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90332" y="378466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大语言模型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90332" y="4089101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流式响应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390332" y="4393541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上下文理解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53940" y="5486040"/>
            <a:ext cx="11684000" cy="812800"/>
          </a:xfrm>
          <a:custGeom>
            <a:avLst/>
            <a:gdLst/>
            <a:ahLst/>
            <a:cxnLst/>
            <a:rect l="l" t="t" r="r" b="b"/>
            <a:pathLst>
              <a:path w="11684000" h="8128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711200"/>
                </a:lnTo>
                <a:cubicBezTo>
                  <a:pt x="11684000" y="767275"/>
                  <a:pt x="11638475" y="812800"/>
                  <a:pt x="11582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A4F4C">
              <a:alpha val="5098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861040" y="5735127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31" name="Text 28"/>
          <p:cNvSpPr/>
          <p:nvPr/>
        </p:nvSpPr>
        <p:spPr>
          <a:xfrm>
            <a:off x="4387970" y="5765501"/>
            <a:ext cx="450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数据层: MySQL + 内存缓存，兼顾持久化与低延迟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pic>
        <p:nvPicPr>
          <p:cNvPr id="3" name="Image 1" descr="https://kimi-web-img.moonshot.cn/img/architecturebeast.com/23ecc6657fb9b20d973fa0da2e4ea9b0ddcec311.jpg">    </p:cNvPr>
          <p:cNvPicPr>
            <a:picLocks noChangeAspect="1"/>
          </p:cNvPicPr>
          <p:nvPr/>
        </p:nvPicPr>
        <p:blipFill>
          <a:blip r:embed="rId2"/>
          <a:srcRect l="15148" r="15148" t="0" b="0"/>
          <a:stretch/>
        </p:blipFill>
        <p:spPr>
          <a:xfrm>
            <a:off x="253940" y="783027"/>
            <a:ext cx="5537200" cy="5295900"/>
          </a:xfrm>
          <a:prstGeom prst="roundRect">
            <a:avLst>
              <a:gd name="adj" fmla="val 2878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096000" y="88996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前端技术选型理由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096000" y="1702639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10196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6349940" y="19517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8960" y="105489"/>
                </a:moveTo>
                <a:cubicBezTo>
                  <a:pt x="245745" y="104418"/>
                  <a:pt x="242530" y="103406"/>
                  <a:pt x="239316" y="102453"/>
                </a:cubicBezTo>
                <a:cubicBezTo>
                  <a:pt x="239851" y="100251"/>
                  <a:pt x="240328" y="98048"/>
                  <a:pt x="240804" y="95845"/>
                </a:cubicBezTo>
                <a:cubicBezTo>
                  <a:pt x="248126" y="60365"/>
                  <a:pt x="243304" y="31849"/>
                  <a:pt x="227052" y="22443"/>
                </a:cubicBezTo>
                <a:cubicBezTo>
                  <a:pt x="211395" y="13454"/>
                  <a:pt x="185857" y="22800"/>
                  <a:pt x="160020" y="45303"/>
                </a:cubicBezTo>
                <a:cubicBezTo>
                  <a:pt x="157460" y="47506"/>
                  <a:pt x="154960" y="49828"/>
                  <a:pt x="152579" y="52149"/>
                </a:cubicBezTo>
                <a:cubicBezTo>
                  <a:pt x="150971" y="50602"/>
                  <a:pt x="149304" y="49054"/>
                  <a:pt x="147637" y="47565"/>
                </a:cubicBezTo>
                <a:cubicBezTo>
                  <a:pt x="120551" y="23515"/>
                  <a:pt x="93405" y="13395"/>
                  <a:pt x="77152" y="22860"/>
                </a:cubicBezTo>
                <a:cubicBezTo>
                  <a:pt x="61555" y="31909"/>
                  <a:pt x="56912" y="58757"/>
                  <a:pt x="63460" y="92333"/>
                </a:cubicBezTo>
                <a:cubicBezTo>
                  <a:pt x="64115" y="95667"/>
                  <a:pt x="64830" y="98941"/>
                  <a:pt x="65663" y="102275"/>
                </a:cubicBezTo>
                <a:cubicBezTo>
                  <a:pt x="61853" y="103346"/>
                  <a:pt x="58102" y="104537"/>
                  <a:pt x="54590" y="105787"/>
                </a:cubicBezTo>
                <a:cubicBezTo>
                  <a:pt x="22800" y="116800"/>
                  <a:pt x="0" y="134183"/>
                  <a:pt x="0" y="152162"/>
                </a:cubicBezTo>
                <a:cubicBezTo>
                  <a:pt x="0" y="170736"/>
                  <a:pt x="24289" y="189369"/>
                  <a:pt x="57329" y="200680"/>
                </a:cubicBezTo>
                <a:cubicBezTo>
                  <a:pt x="60007" y="201573"/>
                  <a:pt x="62686" y="202466"/>
                  <a:pt x="65425" y="203240"/>
                </a:cubicBezTo>
                <a:cubicBezTo>
                  <a:pt x="64532" y="206812"/>
                  <a:pt x="63758" y="210324"/>
                  <a:pt x="63044" y="213955"/>
                </a:cubicBezTo>
                <a:cubicBezTo>
                  <a:pt x="56793" y="246995"/>
                  <a:pt x="61674" y="273189"/>
                  <a:pt x="77272" y="282178"/>
                </a:cubicBezTo>
                <a:cubicBezTo>
                  <a:pt x="93345" y="291465"/>
                  <a:pt x="120372" y="281940"/>
                  <a:pt x="146685" y="258901"/>
                </a:cubicBezTo>
                <a:cubicBezTo>
                  <a:pt x="148769" y="257056"/>
                  <a:pt x="150852" y="255151"/>
                  <a:pt x="152936" y="253127"/>
                </a:cubicBezTo>
                <a:cubicBezTo>
                  <a:pt x="155555" y="255687"/>
                  <a:pt x="158294" y="258128"/>
                  <a:pt x="161032" y="260509"/>
                </a:cubicBezTo>
                <a:cubicBezTo>
                  <a:pt x="186511" y="282416"/>
                  <a:pt x="211693" y="291286"/>
                  <a:pt x="227231" y="282297"/>
                </a:cubicBezTo>
                <a:cubicBezTo>
                  <a:pt x="243304" y="273010"/>
                  <a:pt x="248543" y="244852"/>
                  <a:pt x="241756" y="210562"/>
                </a:cubicBezTo>
                <a:cubicBezTo>
                  <a:pt x="241221" y="207943"/>
                  <a:pt x="240625" y="205264"/>
                  <a:pt x="239970" y="202525"/>
                </a:cubicBezTo>
                <a:cubicBezTo>
                  <a:pt x="241875" y="201990"/>
                  <a:pt x="243721" y="201394"/>
                  <a:pt x="245566" y="200799"/>
                </a:cubicBezTo>
                <a:cubicBezTo>
                  <a:pt x="279916" y="189428"/>
                  <a:pt x="304800" y="171033"/>
                  <a:pt x="304800" y="152162"/>
                </a:cubicBezTo>
                <a:cubicBezTo>
                  <a:pt x="304800" y="134124"/>
                  <a:pt x="281345" y="116622"/>
                  <a:pt x="248960" y="105489"/>
                </a:cubicBezTo>
                <a:close/>
                <a:moveTo>
                  <a:pt x="168414" y="54947"/>
                </a:moveTo>
                <a:cubicBezTo>
                  <a:pt x="190560" y="35659"/>
                  <a:pt x="211217" y="28099"/>
                  <a:pt x="220623" y="33516"/>
                </a:cubicBezTo>
                <a:cubicBezTo>
                  <a:pt x="230684" y="39291"/>
                  <a:pt x="234553" y="62627"/>
                  <a:pt x="228243" y="93285"/>
                </a:cubicBezTo>
                <a:cubicBezTo>
                  <a:pt x="227826" y="95310"/>
                  <a:pt x="227409" y="97274"/>
                  <a:pt x="226874" y="99239"/>
                </a:cubicBezTo>
                <a:cubicBezTo>
                  <a:pt x="213658" y="96262"/>
                  <a:pt x="200263" y="94119"/>
                  <a:pt x="186809" y="92928"/>
                </a:cubicBezTo>
                <a:cubicBezTo>
                  <a:pt x="179070" y="81855"/>
                  <a:pt x="170617" y="71259"/>
                  <a:pt x="161449" y="61317"/>
                </a:cubicBezTo>
                <a:cubicBezTo>
                  <a:pt x="163770" y="59115"/>
                  <a:pt x="166033" y="57031"/>
                  <a:pt x="168414" y="54947"/>
                </a:cubicBezTo>
                <a:close/>
                <a:moveTo>
                  <a:pt x="99536" y="183059"/>
                </a:moveTo>
                <a:cubicBezTo>
                  <a:pt x="102572" y="188238"/>
                  <a:pt x="105668" y="193417"/>
                  <a:pt x="108942" y="198477"/>
                </a:cubicBezTo>
                <a:cubicBezTo>
                  <a:pt x="99655" y="197465"/>
                  <a:pt x="90428" y="195977"/>
                  <a:pt x="81320" y="194012"/>
                </a:cubicBezTo>
                <a:cubicBezTo>
                  <a:pt x="83939" y="185440"/>
                  <a:pt x="87213" y="176570"/>
                  <a:pt x="91023" y="167521"/>
                </a:cubicBezTo>
                <a:cubicBezTo>
                  <a:pt x="93762" y="172760"/>
                  <a:pt x="96560" y="177939"/>
                  <a:pt x="99536" y="183059"/>
                </a:cubicBezTo>
                <a:close/>
                <a:moveTo>
                  <a:pt x="81498" y="111442"/>
                </a:moveTo>
                <a:cubicBezTo>
                  <a:pt x="90071" y="109537"/>
                  <a:pt x="99179" y="107990"/>
                  <a:pt x="108645" y="106799"/>
                </a:cubicBezTo>
                <a:cubicBezTo>
                  <a:pt x="105489" y="111740"/>
                  <a:pt x="102394" y="116800"/>
                  <a:pt x="99477" y="121920"/>
                </a:cubicBezTo>
                <a:cubicBezTo>
                  <a:pt x="96560" y="126980"/>
                  <a:pt x="93702" y="132159"/>
                  <a:pt x="91023" y="137398"/>
                </a:cubicBezTo>
                <a:cubicBezTo>
                  <a:pt x="87273" y="128528"/>
                  <a:pt x="84118" y="119836"/>
                  <a:pt x="81498" y="111442"/>
                </a:cubicBezTo>
                <a:close/>
                <a:moveTo>
                  <a:pt x="97810" y="152460"/>
                </a:moveTo>
                <a:cubicBezTo>
                  <a:pt x="101739" y="144244"/>
                  <a:pt x="106025" y="136208"/>
                  <a:pt x="110550" y="128290"/>
                </a:cubicBezTo>
                <a:cubicBezTo>
                  <a:pt x="115074" y="120372"/>
                  <a:pt x="119955" y="112693"/>
                  <a:pt x="125075" y="105132"/>
                </a:cubicBezTo>
                <a:cubicBezTo>
                  <a:pt x="134005" y="104477"/>
                  <a:pt x="143113" y="104120"/>
                  <a:pt x="152400" y="104120"/>
                </a:cubicBezTo>
                <a:cubicBezTo>
                  <a:pt x="161687" y="104120"/>
                  <a:pt x="170855" y="104477"/>
                  <a:pt x="179725" y="105132"/>
                </a:cubicBezTo>
                <a:cubicBezTo>
                  <a:pt x="184785" y="112633"/>
                  <a:pt x="189607" y="120313"/>
                  <a:pt x="194191" y="128171"/>
                </a:cubicBezTo>
                <a:cubicBezTo>
                  <a:pt x="198775" y="136029"/>
                  <a:pt x="203061" y="144066"/>
                  <a:pt x="207109" y="152221"/>
                </a:cubicBezTo>
                <a:cubicBezTo>
                  <a:pt x="203121" y="160437"/>
                  <a:pt x="198834" y="168533"/>
                  <a:pt x="194250" y="176510"/>
                </a:cubicBezTo>
                <a:cubicBezTo>
                  <a:pt x="189726" y="184428"/>
                  <a:pt x="184904" y="192107"/>
                  <a:pt x="179844" y="199727"/>
                </a:cubicBezTo>
                <a:cubicBezTo>
                  <a:pt x="170974" y="200382"/>
                  <a:pt x="161746" y="200680"/>
                  <a:pt x="152400" y="200680"/>
                </a:cubicBezTo>
                <a:cubicBezTo>
                  <a:pt x="143054" y="200680"/>
                  <a:pt x="134005" y="200382"/>
                  <a:pt x="125254" y="199846"/>
                </a:cubicBezTo>
                <a:cubicBezTo>
                  <a:pt x="120075" y="192286"/>
                  <a:pt x="115193" y="184547"/>
                  <a:pt x="110609" y="176629"/>
                </a:cubicBezTo>
                <a:cubicBezTo>
                  <a:pt x="106025" y="168712"/>
                  <a:pt x="101798" y="160675"/>
                  <a:pt x="97810" y="152460"/>
                </a:cubicBezTo>
                <a:close/>
                <a:moveTo>
                  <a:pt x="205323" y="182940"/>
                </a:moveTo>
                <a:cubicBezTo>
                  <a:pt x="208359" y="177701"/>
                  <a:pt x="211217" y="172403"/>
                  <a:pt x="214015" y="167045"/>
                </a:cubicBezTo>
                <a:cubicBezTo>
                  <a:pt x="217825" y="175677"/>
                  <a:pt x="221159" y="184428"/>
                  <a:pt x="224076" y="193417"/>
                </a:cubicBezTo>
                <a:cubicBezTo>
                  <a:pt x="214848" y="195501"/>
                  <a:pt x="205502" y="197108"/>
                  <a:pt x="196096" y="198180"/>
                </a:cubicBezTo>
                <a:cubicBezTo>
                  <a:pt x="199311" y="193179"/>
                  <a:pt x="202347" y="188059"/>
                  <a:pt x="205323" y="182940"/>
                </a:cubicBezTo>
                <a:close/>
                <a:moveTo>
                  <a:pt x="213896" y="137398"/>
                </a:moveTo>
                <a:cubicBezTo>
                  <a:pt x="211098" y="132159"/>
                  <a:pt x="208240" y="126921"/>
                  <a:pt x="205264" y="121801"/>
                </a:cubicBezTo>
                <a:cubicBezTo>
                  <a:pt x="202347" y="116741"/>
                  <a:pt x="199311" y="111740"/>
                  <a:pt x="196155" y="106799"/>
                </a:cubicBezTo>
                <a:cubicBezTo>
                  <a:pt x="205740" y="107990"/>
                  <a:pt x="214908" y="109597"/>
                  <a:pt x="223480" y="111562"/>
                </a:cubicBezTo>
                <a:cubicBezTo>
                  <a:pt x="220742" y="120372"/>
                  <a:pt x="217527" y="128945"/>
                  <a:pt x="213896" y="137398"/>
                </a:cubicBezTo>
                <a:close/>
                <a:moveTo>
                  <a:pt x="152519" y="70425"/>
                </a:moveTo>
                <a:cubicBezTo>
                  <a:pt x="158770" y="77212"/>
                  <a:pt x="164663" y="84356"/>
                  <a:pt x="170140" y="91738"/>
                </a:cubicBezTo>
                <a:cubicBezTo>
                  <a:pt x="158353" y="91202"/>
                  <a:pt x="146506" y="91202"/>
                  <a:pt x="134719" y="91738"/>
                </a:cubicBezTo>
                <a:cubicBezTo>
                  <a:pt x="140553" y="84058"/>
                  <a:pt x="146566" y="76914"/>
                  <a:pt x="152519" y="70425"/>
                </a:cubicBezTo>
                <a:close/>
                <a:moveTo>
                  <a:pt x="83463" y="33933"/>
                </a:moveTo>
                <a:cubicBezTo>
                  <a:pt x="93464" y="28099"/>
                  <a:pt x="115669" y="36433"/>
                  <a:pt x="139065" y="57150"/>
                </a:cubicBezTo>
                <a:cubicBezTo>
                  <a:pt x="140553" y="58460"/>
                  <a:pt x="142042" y="59888"/>
                  <a:pt x="143589" y="61317"/>
                </a:cubicBezTo>
                <a:cubicBezTo>
                  <a:pt x="134362" y="71259"/>
                  <a:pt x="125849" y="81855"/>
                  <a:pt x="118050" y="92928"/>
                </a:cubicBezTo>
                <a:cubicBezTo>
                  <a:pt x="104596" y="94119"/>
                  <a:pt x="91261" y="96203"/>
                  <a:pt x="78045" y="99120"/>
                </a:cubicBezTo>
                <a:cubicBezTo>
                  <a:pt x="77272" y="96083"/>
                  <a:pt x="76617" y="92988"/>
                  <a:pt x="75962" y="89892"/>
                </a:cubicBezTo>
                <a:cubicBezTo>
                  <a:pt x="70366" y="61079"/>
                  <a:pt x="74057" y="39350"/>
                  <a:pt x="83463" y="33933"/>
                </a:cubicBezTo>
                <a:close/>
                <a:moveTo>
                  <a:pt x="68878" y="190857"/>
                </a:moveTo>
                <a:cubicBezTo>
                  <a:pt x="66377" y="190143"/>
                  <a:pt x="63937" y="189369"/>
                  <a:pt x="61496" y="188535"/>
                </a:cubicBezTo>
                <a:cubicBezTo>
                  <a:pt x="48816" y="184547"/>
                  <a:pt x="34409" y="178237"/>
                  <a:pt x="23991" y="169962"/>
                </a:cubicBezTo>
                <a:cubicBezTo>
                  <a:pt x="17978" y="165795"/>
                  <a:pt x="13930" y="159365"/>
                  <a:pt x="12799" y="152162"/>
                </a:cubicBezTo>
                <a:cubicBezTo>
                  <a:pt x="12799" y="141268"/>
                  <a:pt x="31611" y="127337"/>
                  <a:pt x="58757" y="117872"/>
                </a:cubicBezTo>
                <a:cubicBezTo>
                  <a:pt x="62151" y="116681"/>
                  <a:pt x="65603" y="115610"/>
                  <a:pt x="69056" y="114598"/>
                </a:cubicBezTo>
                <a:cubicBezTo>
                  <a:pt x="73104" y="127516"/>
                  <a:pt x="77986" y="140196"/>
                  <a:pt x="83641" y="152460"/>
                </a:cubicBezTo>
                <a:cubicBezTo>
                  <a:pt x="77926" y="164902"/>
                  <a:pt x="72985" y="177760"/>
                  <a:pt x="68878" y="190857"/>
                </a:cubicBezTo>
                <a:close/>
                <a:moveTo>
                  <a:pt x="138291" y="249198"/>
                </a:moveTo>
                <a:cubicBezTo>
                  <a:pt x="128468" y="258187"/>
                  <a:pt x="117098" y="265331"/>
                  <a:pt x="104715" y="270212"/>
                </a:cubicBezTo>
                <a:cubicBezTo>
                  <a:pt x="98108" y="273368"/>
                  <a:pt x="90488" y="273665"/>
                  <a:pt x="83701" y="270986"/>
                </a:cubicBezTo>
                <a:cubicBezTo>
                  <a:pt x="74235" y="265509"/>
                  <a:pt x="70306" y="244495"/>
                  <a:pt x="75664" y="216218"/>
                </a:cubicBezTo>
                <a:cubicBezTo>
                  <a:pt x="76319" y="212884"/>
                  <a:pt x="77033" y="209550"/>
                  <a:pt x="77867" y="206276"/>
                </a:cubicBezTo>
                <a:cubicBezTo>
                  <a:pt x="91202" y="209133"/>
                  <a:pt x="104656" y="211098"/>
                  <a:pt x="118289" y="212110"/>
                </a:cubicBezTo>
                <a:cubicBezTo>
                  <a:pt x="126147" y="223242"/>
                  <a:pt x="134779" y="233898"/>
                  <a:pt x="144006" y="243900"/>
                </a:cubicBezTo>
                <a:cubicBezTo>
                  <a:pt x="142101" y="245745"/>
                  <a:pt x="140196" y="247531"/>
                  <a:pt x="138291" y="249198"/>
                </a:cubicBezTo>
                <a:close/>
                <a:moveTo>
                  <a:pt x="152876" y="234732"/>
                </a:moveTo>
                <a:cubicBezTo>
                  <a:pt x="146804" y="228183"/>
                  <a:pt x="140732" y="220920"/>
                  <a:pt x="134838" y="213122"/>
                </a:cubicBezTo>
                <a:cubicBezTo>
                  <a:pt x="140553" y="213360"/>
                  <a:pt x="146447" y="213479"/>
                  <a:pt x="152400" y="213479"/>
                </a:cubicBezTo>
                <a:cubicBezTo>
                  <a:pt x="158532" y="213479"/>
                  <a:pt x="164544" y="213360"/>
                  <a:pt x="170497" y="213062"/>
                </a:cubicBezTo>
                <a:cubicBezTo>
                  <a:pt x="165021" y="220623"/>
                  <a:pt x="159127" y="227826"/>
                  <a:pt x="152876" y="234732"/>
                </a:cubicBezTo>
                <a:close/>
                <a:moveTo>
                  <a:pt x="230684" y="252591"/>
                </a:moveTo>
                <a:cubicBezTo>
                  <a:pt x="230148" y="259854"/>
                  <a:pt x="226576" y="266640"/>
                  <a:pt x="220861" y="271224"/>
                </a:cubicBezTo>
                <a:cubicBezTo>
                  <a:pt x="211395" y="276701"/>
                  <a:pt x="191214" y="269558"/>
                  <a:pt x="169426" y="250865"/>
                </a:cubicBezTo>
                <a:cubicBezTo>
                  <a:pt x="166926" y="248722"/>
                  <a:pt x="164425" y="246400"/>
                  <a:pt x="161865" y="244019"/>
                </a:cubicBezTo>
                <a:cubicBezTo>
                  <a:pt x="170974" y="233958"/>
                  <a:pt x="179368" y="223302"/>
                  <a:pt x="186988" y="212110"/>
                </a:cubicBezTo>
                <a:cubicBezTo>
                  <a:pt x="200620" y="210979"/>
                  <a:pt x="214193" y="208895"/>
                  <a:pt x="227588" y="205859"/>
                </a:cubicBezTo>
                <a:cubicBezTo>
                  <a:pt x="228183" y="208300"/>
                  <a:pt x="228719" y="210741"/>
                  <a:pt x="229195" y="213122"/>
                </a:cubicBezTo>
                <a:cubicBezTo>
                  <a:pt x="232112" y="225981"/>
                  <a:pt x="232589" y="239375"/>
                  <a:pt x="230684" y="252591"/>
                </a:cubicBezTo>
                <a:close/>
                <a:moveTo>
                  <a:pt x="241518" y="188595"/>
                </a:moveTo>
                <a:cubicBezTo>
                  <a:pt x="239851" y="189131"/>
                  <a:pt x="238185" y="189667"/>
                  <a:pt x="236458" y="190143"/>
                </a:cubicBezTo>
                <a:cubicBezTo>
                  <a:pt x="232291" y="177165"/>
                  <a:pt x="227171" y="164485"/>
                  <a:pt x="221278" y="152162"/>
                </a:cubicBezTo>
                <a:cubicBezTo>
                  <a:pt x="226993" y="140018"/>
                  <a:pt x="231815" y="127516"/>
                  <a:pt x="235863" y="114717"/>
                </a:cubicBezTo>
                <a:cubicBezTo>
                  <a:pt x="238958" y="115610"/>
                  <a:pt x="241935" y="116562"/>
                  <a:pt x="244793" y="117515"/>
                </a:cubicBezTo>
                <a:cubicBezTo>
                  <a:pt x="272534" y="127040"/>
                  <a:pt x="292001" y="141208"/>
                  <a:pt x="292001" y="152043"/>
                </a:cubicBezTo>
                <a:cubicBezTo>
                  <a:pt x="292001" y="163711"/>
                  <a:pt x="271224" y="178772"/>
                  <a:pt x="241518" y="188595"/>
                </a:cubicBezTo>
                <a:close/>
                <a:moveTo>
                  <a:pt x="152400" y="179665"/>
                </a:moveTo>
                <a:cubicBezTo>
                  <a:pt x="167448" y="179665"/>
                  <a:pt x="179665" y="167448"/>
                  <a:pt x="179665" y="152400"/>
                </a:cubicBezTo>
                <a:cubicBezTo>
                  <a:pt x="179665" y="137352"/>
                  <a:pt x="167448" y="125135"/>
                  <a:pt x="152400" y="125135"/>
                </a:cubicBezTo>
                <a:cubicBezTo>
                  <a:pt x="137352" y="125135"/>
                  <a:pt x="125135" y="137352"/>
                  <a:pt x="125135" y="152400"/>
                </a:cubicBezTo>
                <a:cubicBezTo>
                  <a:pt x="125135" y="167448"/>
                  <a:pt x="137352" y="179665"/>
                  <a:pt x="152400" y="179665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7" name="Text 3"/>
          <p:cNvSpPr/>
          <p:nvPr/>
        </p:nvSpPr>
        <p:spPr>
          <a:xfrm>
            <a:off x="6908681" y="1855039"/>
            <a:ext cx="495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 18 + TypeScript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908681" y="2210519"/>
            <a:ext cx="495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利用并发特性与自动批处理，保证复杂交互下的流畅性。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096000" y="2819760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5B8C0">
              <a:alpha val="2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368990" y="306884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1" name="Text 7"/>
          <p:cNvSpPr/>
          <p:nvPr/>
        </p:nvSpPr>
        <p:spPr>
          <a:xfrm>
            <a:off x="6908681" y="297216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Vite 构建工具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908681" y="3327640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毫秒级冷启动，极速热更新，完美适配快速迭代需求。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96000" y="3936881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10196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6330890" y="4185968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5" name="Text 11"/>
          <p:cNvSpPr/>
          <p:nvPr/>
        </p:nvSpPr>
        <p:spPr>
          <a:xfrm>
            <a:off x="6908681" y="4089281"/>
            <a:ext cx="513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@nlux/react 组件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908681" y="4444761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开箱即用的专业聊天组件，省去重复开发，聚焦核心功能。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96000" y="5054002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5B8C0">
              <a:alpha val="2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349940" y="53030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9" name="Text 15"/>
          <p:cNvSpPr/>
          <p:nvPr/>
        </p:nvSpPr>
        <p:spPr>
          <a:xfrm>
            <a:off x="6908681" y="5206402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CSS 变量主题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908681" y="5561881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一键切换深浅主题，兼顾品牌个性化与夜间创作场景。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59055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后端服务设计要点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150477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07820" y="22473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1136351" y="2263716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安全认证 (JWT)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020" y="2771595"/>
            <a:ext cx="579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双令牌机制，支持多端登录与状态同步，保障用户账号安全。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150477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02280" y="22473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71438"/>
                </a:moveTo>
                <a:cubicBezTo>
                  <a:pt x="0" y="58266"/>
                  <a:pt x="10641" y="47625"/>
                  <a:pt x="23812" y="47625"/>
                </a:cubicBezTo>
                <a:lnTo>
                  <a:pt x="309563" y="47625"/>
                </a:lnTo>
                <a:cubicBezTo>
                  <a:pt x="322734" y="47625"/>
                  <a:pt x="333375" y="58266"/>
                  <a:pt x="333375" y="71438"/>
                </a:cubicBezTo>
                <a:cubicBezTo>
                  <a:pt x="333375" y="84609"/>
                  <a:pt x="322734" y="95250"/>
                  <a:pt x="309563" y="95250"/>
                </a:cubicBezTo>
                <a:lnTo>
                  <a:pt x="23812" y="95250"/>
                </a:lnTo>
                <a:cubicBezTo>
                  <a:pt x="10641" y="95250"/>
                  <a:pt x="0" y="84609"/>
                  <a:pt x="0" y="71438"/>
                </a:cubicBezTo>
                <a:close/>
                <a:moveTo>
                  <a:pt x="47625" y="190500"/>
                </a:moveTo>
                <a:cubicBezTo>
                  <a:pt x="47625" y="177329"/>
                  <a:pt x="58266" y="166688"/>
                  <a:pt x="71438" y="166688"/>
                </a:cubicBez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71438" y="214313"/>
                </a:lnTo>
                <a:cubicBezTo>
                  <a:pt x="58266" y="214313"/>
                  <a:pt x="47625" y="203671"/>
                  <a:pt x="47625" y="190500"/>
                </a:cubicBezTo>
                <a:close/>
                <a:moveTo>
                  <a:pt x="333375" y="309563"/>
                </a:moveTo>
                <a:cubicBezTo>
                  <a:pt x="333375" y="322734"/>
                  <a:pt x="322734" y="333375"/>
                  <a:pt x="309563" y="333375"/>
                </a:cubicBezTo>
                <a:lnTo>
                  <a:pt x="23812" y="333375"/>
                </a:lnTo>
                <a:cubicBezTo>
                  <a:pt x="10641" y="333375"/>
                  <a:pt x="0" y="322734"/>
                  <a:pt x="0" y="309563"/>
                </a:cubicBezTo>
                <a:cubicBezTo>
                  <a:pt x="0" y="296391"/>
                  <a:pt x="10641" y="285750"/>
                  <a:pt x="23812" y="285750"/>
                </a:cubicBezTo>
                <a:lnTo>
                  <a:pt x="309563" y="285750"/>
                </a:lnTo>
                <a:cubicBezTo>
                  <a:pt x="322734" y="285750"/>
                  <a:pt x="333375" y="296391"/>
                  <a:pt x="333375" y="309563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7130810" y="2263716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响应式编程 (WebFlux)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51480" y="2771595"/>
            <a:ext cx="579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返回Flux流，实现背压控制与异常隔离，高效处理流式数据。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3940" y="403842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31633" y="4654131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4" name="Text 11"/>
          <p:cNvSpPr/>
          <p:nvPr/>
        </p:nvSpPr>
        <p:spPr>
          <a:xfrm>
            <a:off x="1136351" y="4670484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数据持久化 (JPA)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020" y="5178366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定义User、ChatHistory、ChatMessage三实体，外键级联保证数据完整性。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48400" y="403842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54655" y="478101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8" name="Text 15"/>
          <p:cNvSpPr/>
          <p:nvPr/>
        </p:nvSpPr>
        <p:spPr>
          <a:xfrm>
            <a:off x="7130810" y="4797366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业务逻辑聚合 (Service)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51480" y="5305245"/>
            <a:ext cx="579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聚合模型调用、敏感词过滤、费用计量，提供清晰的业务接口。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核心功能拆解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1600736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三秒生成高赞文案流程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-60" y="2311698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从输入到输出，一站式灵感激发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3940" y="419064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FB3AC">
              <a:alpha val="5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53940" y="419064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7" name="Shape 4"/>
          <p:cNvSpPr/>
          <p:nvPr/>
        </p:nvSpPr>
        <p:spPr>
          <a:xfrm>
            <a:off x="4635440" y="419064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8" name="Shape 5"/>
          <p:cNvSpPr/>
          <p:nvPr/>
        </p:nvSpPr>
        <p:spPr>
          <a:xfrm>
            <a:off x="9016940" y="419064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0" y="0"/>
                </a:moveTo>
                <a:lnTo>
                  <a:pt x="2921000" y="0"/>
                </a:lnTo>
                <a:lnTo>
                  <a:pt x="2921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9" name="Shape 6"/>
          <p:cNvSpPr/>
          <p:nvPr/>
        </p:nvSpPr>
        <p:spPr>
          <a:xfrm>
            <a:off x="1511240" y="3175059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550" y="0"/>
                </a:moveTo>
                <a:lnTo>
                  <a:pt x="463550" y="0"/>
                </a:lnTo>
                <a:cubicBezTo>
                  <a:pt x="719390" y="0"/>
                  <a:pt x="927100" y="207710"/>
                  <a:pt x="927100" y="463550"/>
                </a:cubicBezTo>
                <a:lnTo>
                  <a:pt x="927100" y="463550"/>
                </a:lnTo>
                <a:cubicBezTo>
                  <a:pt x="927100" y="719390"/>
                  <a:pt x="719390" y="927100"/>
                  <a:pt x="463550" y="927100"/>
                </a:cubicBezTo>
                <a:lnTo>
                  <a:pt x="463550" y="927100"/>
                </a:lnTo>
                <a:cubicBezTo>
                  <a:pt x="207710" y="927100"/>
                  <a:pt x="0" y="719390"/>
                  <a:pt x="0" y="463550"/>
                </a:cubicBezTo>
                <a:lnTo>
                  <a:pt x="0" y="463550"/>
                </a:lnTo>
                <a:cubicBezTo>
                  <a:pt x="0" y="207710"/>
                  <a:pt x="207710" y="0"/>
                  <a:pt x="463550" y="0"/>
                </a:cubicBezTo>
                <a:close/>
              </a:path>
            </a:pathLst>
          </a:custGeom>
          <a:solidFill>
            <a:srgbClr val="39A897"/>
          </a:solidFill>
          <a:ln w="46008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07983" y="3492438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7625" y="47625"/>
                </a:moveTo>
                <a:cubicBezTo>
                  <a:pt x="21357" y="47625"/>
                  <a:pt x="0" y="68982"/>
                  <a:pt x="0" y="95250"/>
                </a:cubicBez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lnTo>
                  <a:pt x="381000" y="333375"/>
                </a:lnTo>
                <a:cubicBezTo>
                  <a:pt x="407268" y="333375"/>
                  <a:pt x="428625" y="312018"/>
                  <a:pt x="428625" y="285750"/>
                </a:cubicBezTo>
                <a:lnTo>
                  <a:pt x="428625" y="95250"/>
                </a:lnTo>
                <a:cubicBezTo>
                  <a:pt x="428625" y="68982"/>
                  <a:pt x="407268" y="47625"/>
                  <a:pt x="381000" y="47625"/>
                </a:cubicBezTo>
                <a:lnTo>
                  <a:pt x="47625" y="47625"/>
                </a:lnTo>
                <a:close/>
                <a:moveTo>
                  <a:pt x="59531" y="95250"/>
                </a:moveTo>
                <a:lnTo>
                  <a:pt x="83344" y="95250"/>
                </a:lnTo>
                <a:cubicBezTo>
                  <a:pt x="89892" y="95250"/>
                  <a:pt x="95250" y="100608"/>
                  <a:pt x="95250" y="107156"/>
                </a:cubicBezTo>
                <a:lnTo>
                  <a:pt x="95250" y="130969"/>
                </a:lnTo>
                <a:cubicBezTo>
                  <a:pt x="95250" y="137517"/>
                  <a:pt x="89892" y="142875"/>
                  <a:pt x="83344" y="142875"/>
                </a:cubicBezTo>
                <a:lnTo>
                  <a:pt x="59531" y="142875"/>
                </a:lnTo>
                <a:cubicBezTo>
                  <a:pt x="52983" y="142875"/>
                  <a:pt x="47625" y="137517"/>
                  <a:pt x="47625" y="130969"/>
                </a:cubicBezTo>
                <a:lnTo>
                  <a:pt x="47625" y="107156"/>
                </a:lnTo>
                <a:cubicBezTo>
                  <a:pt x="47625" y="100608"/>
                  <a:pt x="52983" y="95250"/>
                  <a:pt x="59531" y="95250"/>
                </a:cubicBezTo>
                <a:close/>
                <a:moveTo>
                  <a:pt x="47625" y="178594"/>
                </a:moveTo>
                <a:cubicBezTo>
                  <a:pt x="47625" y="172045"/>
                  <a:pt x="52983" y="166688"/>
                  <a:pt x="59531" y="166688"/>
                </a:cubicBezTo>
                <a:lnTo>
                  <a:pt x="83344" y="166688"/>
                </a:lnTo>
                <a:cubicBezTo>
                  <a:pt x="89892" y="166688"/>
                  <a:pt x="95250" y="172045"/>
                  <a:pt x="95250" y="178594"/>
                </a:cubicBezTo>
                <a:lnTo>
                  <a:pt x="95250" y="202406"/>
                </a:lnTo>
                <a:cubicBezTo>
                  <a:pt x="95250" y="208955"/>
                  <a:pt x="89892" y="214313"/>
                  <a:pt x="83344" y="214313"/>
                </a:cubicBezTo>
                <a:lnTo>
                  <a:pt x="59531" y="214313"/>
                </a:lnTo>
                <a:cubicBezTo>
                  <a:pt x="52983" y="214313"/>
                  <a:pt x="47625" y="208955"/>
                  <a:pt x="47625" y="202406"/>
                </a:cubicBezTo>
                <a:lnTo>
                  <a:pt x="47625" y="178594"/>
                </a:lnTo>
                <a:close/>
                <a:moveTo>
                  <a:pt x="130969" y="95250"/>
                </a:moveTo>
                <a:lnTo>
                  <a:pt x="154781" y="95250"/>
                </a:lnTo>
                <a:cubicBezTo>
                  <a:pt x="161330" y="95250"/>
                  <a:pt x="166688" y="100608"/>
                  <a:pt x="166688" y="107156"/>
                </a:cubicBezTo>
                <a:lnTo>
                  <a:pt x="166688" y="130969"/>
                </a:lnTo>
                <a:cubicBezTo>
                  <a:pt x="166688" y="137517"/>
                  <a:pt x="161330" y="142875"/>
                  <a:pt x="154781" y="142875"/>
                </a:cubicBezTo>
                <a:lnTo>
                  <a:pt x="130969" y="142875"/>
                </a:lnTo>
                <a:cubicBezTo>
                  <a:pt x="124420" y="142875"/>
                  <a:pt x="119063" y="137517"/>
                  <a:pt x="119063" y="130969"/>
                </a:cubicBezTo>
                <a:lnTo>
                  <a:pt x="119063" y="107156"/>
                </a:lnTo>
                <a:cubicBezTo>
                  <a:pt x="119063" y="100608"/>
                  <a:pt x="124420" y="95250"/>
                  <a:pt x="130969" y="95250"/>
                </a:cubicBezTo>
                <a:close/>
                <a:moveTo>
                  <a:pt x="119063" y="178594"/>
                </a:moveTo>
                <a:cubicBezTo>
                  <a:pt x="119063" y="172045"/>
                  <a:pt x="124420" y="166688"/>
                  <a:pt x="130969" y="166688"/>
                </a:cubicBezTo>
                <a:lnTo>
                  <a:pt x="154781" y="166688"/>
                </a:lnTo>
                <a:cubicBezTo>
                  <a:pt x="161330" y="166688"/>
                  <a:pt x="166688" y="172045"/>
                  <a:pt x="166688" y="178594"/>
                </a:cubicBezTo>
                <a:lnTo>
                  <a:pt x="166688" y="202406"/>
                </a:lnTo>
                <a:cubicBezTo>
                  <a:pt x="166688" y="208955"/>
                  <a:pt x="161330" y="214313"/>
                  <a:pt x="154781" y="214313"/>
                </a:cubicBezTo>
                <a:lnTo>
                  <a:pt x="130969" y="214313"/>
                </a:lnTo>
                <a:cubicBezTo>
                  <a:pt x="124420" y="214313"/>
                  <a:pt x="119063" y="208955"/>
                  <a:pt x="119063" y="202406"/>
                </a:cubicBezTo>
                <a:lnTo>
                  <a:pt x="119063" y="178594"/>
                </a:lnTo>
                <a:close/>
                <a:moveTo>
                  <a:pt x="130969" y="238125"/>
                </a:moveTo>
                <a:lnTo>
                  <a:pt x="297656" y="238125"/>
                </a:lnTo>
                <a:cubicBezTo>
                  <a:pt x="304205" y="238125"/>
                  <a:pt x="309563" y="243483"/>
                  <a:pt x="309563" y="250031"/>
                </a:cubicBezTo>
                <a:lnTo>
                  <a:pt x="309563" y="273844"/>
                </a:lnTo>
                <a:cubicBezTo>
                  <a:pt x="309563" y="280392"/>
                  <a:pt x="304205" y="285750"/>
                  <a:pt x="297656" y="285750"/>
                </a:cubicBezTo>
                <a:lnTo>
                  <a:pt x="130969" y="285750"/>
                </a:lnTo>
                <a:cubicBezTo>
                  <a:pt x="124420" y="285750"/>
                  <a:pt x="119063" y="280392"/>
                  <a:pt x="119063" y="273844"/>
                </a:cubicBezTo>
                <a:lnTo>
                  <a:pt x="119063" y="250031"/>
                </a:lnTo>
                <a:cubicBezTo>
                  <a:pt x="119063" y="243483"/>
                  <a:pt x="124420" y="238125"/>
                  <a:pt x="130969" y="238125"/>
                </a:cubicBezTo>
                <a:close/>
                <a:moveTo>
                  <a:pt x="190500" y="107156"/>
                </a:moveTo>
                <a:cubicBezTo>
                  <a:pt x="190500" y="100608"/>
                  <a:pt x="195858" y="95250"/>
                  <a:pt x="202406" y="95250"/>
                </a:cubicBezTo>
                <a:lnTo>
                  <a:pt x="226219" y="95250"/>
                </a:lnTo>
                <a:cubicBezTo>
                  <a:pt x="232767" y="95250"/>
                  <a:pt x="238125" y="100608"/>
                  <a:pt x="238125" y="107156"/>
                </a:cubicBezTo>
                <a:lnTo>
                  <a:pt x="238125" y="130969"/>
                </a:lnTo>
                <a:cubicBezTo>
                  <a:pt x="238125" y="137517"/>
                  <a:pt x="232767" y="142875"/>
                  <a:pt x="226219" y="142875"/>
                </a:cubicBezTo>
                <a:lnTo>
                  <a:pt x="202406" y="142875"/>
                </a:lnTo>
                <a:cubicBezTo>
                  <a:pt x="195858" y="142875"/>
                  <a:pt x="190500" y="137517"/>
                  <a:pt x="190500" y="130969"/>
                </a:cubicBezTo>
                <a:lnTo>
                  <a:pt x="190500" y="107156"/>
                </a:lnTo>
                <a:close/>
                <a:moveTo>
                  <a:pt x="202406" y="166688"/>
                </a:moveTo>
                <a:lnTo>
                  <a:pt x="226219" y="166688"/>
                </a:lnTo>
                <a:cubicBezTo>
                  <a:pt x="232767" y="166688"/>
                  <a:pt x="238125" y="172045"/>
                  <a:pt x="238125" y="178594"/>
                </a:cubicBezTo>
                <a:lnTo>
                  <a:pt x="238125" y="202406"/>
                </a:lnTo>
                <a:cubicBezTo>
                  <a:pt x="238125" y="208955"/>
                  <a:pt x="232767" y="214313"/>
                  <a:pt x="226219" y="214313"/>
                </a:cubicBezTo>
                <a:lnTo>
                  <a:pt x="202406" y="214313"/>
                </a:lnTo>
                <a:cubicBezTo>
                  <a:pt x="195858" y="214313"/>
                  <a:pt x="190500" y="208955"/>
                  <a:pt x="190500" y="202406"/>
                </a:cubicBezTo>
                <a:lnTo>
                  <a:pt x="190500" y="178594"/>
                </a:lnTo>
                <a:cubicBezTo>
                  <a:pt x="190500" y="172045"/>
                  <a:pt x="195858" y="166688"/>
                  <a:pt x="202406" y="166688"/>
                </a:cubicBezTo>
                <a:close/>
                <a:moveTo>
                  <a:pt x="261938" y="107156"/>
                </a:moveTo>
                <a:cubicBezTo>
                  <a:pt x="261938" y="100608"/>
                  <a:pt x="267295" y="95250"/>
                  <a:pt x="273844" y="95250"/>
                </a:cubicBezTo>
                <a:lnTo>
                  <a:pt x="297656" y="95250"/>
                </a:lnTo>
                <a:cubicBezTo>
                  <a:pt x="304205" y="95250"/>
                  <a:pt x="309563" y="100608"/>
                  <a:pt x="309563" y="107156"/>
                </a:cubicBezTo>
                <a:lnTo>
                  <a:pt x="309563" y="130969"/>
                </a:lnTo>
                <a:cubicBezTo>
                  <a:pt x="309563" y="137517"/>
                  <a:pt x="304205" y="142875"/>
                  <a:pt x="297656" y="142875"/>
                </a:cubicBezTo>
                <a:lnTo>
                  <a:pt x="273844" y="142875"/>
                </a:lnTo>
                <a:cubicBezTo>
                  <a:pt x="267295" y="142875"/>
                  <a:pt x="261938" y="137517"/>
                  <a:pt x="261938" y="130969"/>
                </a:cubicBezTo>
                <a:lnTo>
                  <a:pt x="261938" y="107156"/>
                </a:lnTo>
                <a:close/>
                <a:moveTo>
                  <a:pt x="273844" y="166688"/>
                </a:moveTo>
                <a:lnTo>
                  <a:pt x="297656" y="166688"/>
                </a:lnTo>
                <a:cubicBezTo>
                  <a:pt x="304205" y="166688"/>
                  <a:pt x="309563" y="172045"/>
                  <a:pt x="309563" y="178594"/>
                </a:cubicBezTo>
                <a:lnTo>
                  <a:pt x="309563" y="202406"/>
                </a:lnTo>
                <a:cubicBezTo>
                  <a:pt x="309563" y="208955"/>
                  <a:pt x="304205" y="214313"/>
                  <a:pt x="297656" y="214313"/>
                </a:cubicBezTo>
                <a:lnTo>
                  <a:pt x="273844" y="214313"/>
                </a:lnTo>
                <a:cubicBezTo>
                  <a:pt x="267295" y="214313"/>
                  <a:pt x="261938" y="208955"/>
                  <a:pt x="261938" y="202406"/>
                </a:cubicBezTo>
                <a:lnTo>
                  <a:pt x="261938" y="178594"/>
                </a:lnTo>
                <a:cubicBezTo>
                  <a:pt x="261938" y="172045"/>
                  <a:pt x="267295" y="166688"/>
                  <a:pt x="273844" y="166688"/>
                </a:cubicBezTo>
                <a:close/>
                <a:moveTo>
                  <a:pt x="333375" y="107156"/>
                </a:moveTo>
                <a:cubicBezTo>
                  <a:pt x="333375" y="100608"/>
                  <a:pt x="338733" y="95250"/>
                  <a:pt x="345281" y="95250"/>
                </a:cubicBezTo>
                <a:lnTo>
                  <a:pt x="369094" y="95250"/>
                </a:lnTo>
                <a:cubicBezTo>
                  <a:pt x="375642" y="95250"/>
                  <a:pt x="381000" y="100608"/>
                  <a:pt x="381000" y="107156"/>
                </a:cubicBezTo>
                <a:lnTo>
                  <a:pt x="381000" y="130969"/>
                </a:lnTo>
                <a:cubicBezTo>
                  <a:pt x="381000" y="137517"/>
                  <a:pt x="375642" y="142875"/>
                  <a:pt x="369094" y="142875"/>
                </a:cubicBezTo>
                <a:lnTo>
                  <a:pt x="345281" y="142875"/>
                </a:lnTo>
                <a:cubicBezTo>
                  <a:pt x="338733" y="142875"/>
                  <a:pt x="333375" y="137517"/>
                  <a:pt x="333375" y="130969"/>
                </a:cubicBezTo>
                <a:lnTo>
                  <a:pt x="333375" y="107156"/>
                </a:lnTo>
                <a:close/>
                <a:moveTo>
                  <a:pt x="345281" y="166688"/>
                </a:moveTo>
                <a:lnTo>
                  <a:pt x="369094" y="166688"/>
                </a:lnTo>
                <a:cubicBezTo>
                  <a:pt x="375642" y="166688"/>
                  <a:pt x="381000" y="172045"/>
                  <a:pt x="381000" y="178594"/>
                </a:cubicBezTo>
                <a:lnTo>
                  <a:pt x="381000" y="202406"/>
                </a:lnTo>
                <a:cubicBezTo>
                  <a:pt x="381000" y="208955"/>
                  <a:pt x="375642" y="214313"/>
                  <a:pt x="369094" y="214313"/>
                </a:cubicBezTo>
                <a:lnTo>
                  <a:pt x="345281" y="214313"/>
                </a:lnTo>
                <a:cubicBezTo>
                  <a:pt x="338733" y="214313"/>
                  <a:pt x="333375" y="208955"/>
                  <a:pt x="333375" y="202406"/>
                </a:cubicBezTo>
                <a:lnTo>
                  <a:pt x="333375" y="178594"/>
                </a:lnTo>
                <a:cubicBezTo>
                  <a:pt x="333375" y="172045"/>
                  <a:pt x="338733" y="166688"/>
                  <a:pt x="345281" y="166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424976" y="43434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用户输入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280" y="4749558"/>
            <a:ext cx="271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输入关键词，前端防抖封装Prompt。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9100" y="3175059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550" y="0"/>
                </a:moveTo>
                <a:lnTo>
                  <a:pt x="463550" y="0"/>
                </a:lnTo>
                <a:cubicBezTo>
                  <a:pt x="719390" y="0"/>
                  <a:pt x="927100" y="207710"/>
                  <a:pt x="927100" y="463550"/>
                </a:cubicBezTo>
                <a:lnTo>
                  <a:pt x="927100" y="463550"/>
                </a:lnTo>
                <a:cubicBezTo>
                  <a:pt x="927100" y="719390"/>
                  <a:pt x="719390" y="927100"/>
                  <a:pt x="463550" y="927100"/>
                </a:cubicBezTo>
                <a:lnTo>
                  <a:pt x="463550" y="927100"/>
                </a:lnTo>
                <a:cubicBezTo>
                  <a:pt x="207710" y="927100"/>
                  <a:pt x="0" y="719390"/>
                  <a:pt x="0" y="463550"/>
                </a:cubicBezTo>
                <a:lnTo>
                  <a:pt x="0" y="463550"/>
                </a:lnTo>
                <a:cubicBezTo>
                  <a:pt x="0" y="207710"/>
                  <a:pt x="207710" y="0"/>
                  <a:pt x="463550" y="0"/>
                </a:cubicBezTo>
                <a:close/>
              </a:path>
            </a:pathLst>
          </a:custGeom>
          <a:solidFill>
            <a:srgbClr val="39A897"/>
          </a:solidFill>
          <a:ln w="46008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2030" y="3492438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4142836" y="43434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模型调用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78140" y="4749558"/>
            <a:ext cx="271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后端调用大模型，参数优化平衡创意与可读性。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46960" y="3301938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550" y="0"/>
                </a:moveTo>
                <a:lnTo>
                  <a:pt x="463550" y="0"/>
                </a:lnTo>
                <a:cubicBezTo>
                  <a:pt x="719390" y="0"/>
                  <a:pt x="927100" y="207710"/>
                  <a:pt x="927100" y="463550"/>
                </a:cubicBezTo>
                <a:lnTo>
                  <a:pt x="927100" y="463550"/>
                </a:lnTo>
                <a:cubicBezTo>
                  <a:pt x="927100" y="719390"/>
                  <a:pt x="719390" y="927100"/>
                  <a:pt x="463550" y="927100"/>
                </a:cubicBezTo>
                <a:lnTo>
                  <a:pt x="463550" y="927100"/>
                </a:lnTo>
                <a:cubicBezTo>
                  <a:pt x="207710" y="927100"/>
                  <a:pt x="0" y="719390"/>
                  <a:pt x="0" y="463550"/>
                </a:cubicBezTo>
                <a:lnTo>
                  <a:pt x="0" y="463550"/>
                </a:lnTo>
                <a:cubicBezTo>
                  <a:pt x="0" y="207710"/>
                  <a:pt x="207710" y="0"/>
                  <a:pt x="463550" y="0"/>
                </a:cubicBezTo>
                <a:close/>
              </a:path>
            </a:pathLst>
          </a:custGeom>
          <a:solidFill>
            <a:srgbClr val="39A897"/>
          </a:solidFill>
          <a:ln w="46008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67515" y="3619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71438"/>
                </a:moveTo>
                <a:cubicBezTo>
                  <a:pt x="0" y="58266"/>
                  <a:pt x="10641" y="47625"/>
                  <a:pt x="23812" y="47625"/>
                </a:cubicBezTo>
                <a:lnTo>
                  <a:pt x="309563" y="47625"/>
                </a:lnTo>
                <a:cubicBezTo>
                  <a:pt x="322734" y="47625"/>
                  <a:pt x="333375" y="58266"/>
                  <a:pt x="333375" y="71438"/>
                </a:cubicBezTo>
                <a:cubicBezTo>
                  <a:pt x="333375" y="84609"/>
                  <a:pt x="322734" y="95250"/>
                  <a:pt x="309563" y="95250"/>
                </a:cubicBezTo>
                <a:lnTo>
                  <a:pt x="23812" y="95250"/>
                </a:lnTo>
                <a:cubicBezTo>
                  <a:pt x="10641" y="95250"/>
                  <a:pt x="0" y="84609"/>
                  <a:pt x="0" y="71438"/>
                </a:cubicBezTo>
                <a:close/>
                <a:moveTo>
                  <a:pt x="47625" y="190500"/>
                </a:moveTo>
                <a:cubicBezTo>
                  <a:pt x="47625" y="177329"/>
                  <a:pt x="58266" y="166688"/>
                  <a:pt x="71438" y="166688"/>
                </a:cubicBez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71438" y="214313"/>
                </a:lnTo>
                <a:cubicBezTo>
                  <a:pt x="58266" y="214313"/>
                  <a:pt x="47625" y="203671"/>
                  <a:pt x="47625" y="190500"/>
                </a:cubicBezTo>
                <a:close/>
                <a:moveTo>
                  <a:pt x="333375" y="309563"/>
                </a:moveTo>
                <a:cubicBezTo>
                  <a:pt x="333375" y="322734"/>
                  <a:pt x="322734" y="333375"/>
                  <a:pt x="309563" y="333375"/>
                </a:cubicBezTo>
                <a:lnTo>
                  <a:pt x="23812" y="333375"/>
                </a:lnTo>
                <a:cubicBezTo>
                  <a:pt x="10641" y="333375"/>
                  <a:pt x="0" y="322734"/>
                  <a:pt x="0" y="309563"/>
                </a:cubicBezTo>
                <a:cubicBezTo>
                  <a:pt x="0" y="296391"/>
                  <a:pt x="10641" y="285750"/>
                  <a:pt x="23812" y="285750"/>
                </a:cubicBezTo>
                <a:lnTo>
                  <a:pt x="309563" y="285750"/>
                </a:lnTo>
                <a:cubicBezTo>
                  <a:pt x="322734" y="285750"/>
                  <a:pt x="333375" y="296391"/>
                  <a:pt x="333375" y="309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860696" y="4470279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流式输出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94298" y="4876440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SSE逐字返回，前端边收边渲染。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64820" y="3175059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550" y="0"/>
                </a:moveTo>
                <a:lnTo>
                  <a:pt x="463550" y="0"/>
                </a:lnTo>
                <a:cubicBezTo>
                  <a:pt x="719390" y="0"/>
                  <a:pt x="927100" y="207710"/>
                  <a:pt x="927100" y="463550"/>
                </a:cubicBezTo>
                <a:lnTo>
                  <a:pt x="927100" y="463550"/>
                </a:lnTo>
                <a:cubicBezTo>
                  <a:pt x="927100" y="719390"/>
                  <a:pt x="719390" y="927100"/>
                  <a:pt x="463550" y="927100"/>
                </a:cubicBezTo>
                <a:lnTo>
                  <a:pt x="463550" y="927100"/>
                </a:lnTo>
                <a:cubicBezTo>
                  <a:pt x="207710" y="927100"/>
                  <a:pt x="0" y="719390"/>
                  <a:pt x="0" y="463550"/>
                </a:cubicBezTo>
                <a:lnTo>
                  <a:pt x="0" y="463550"/>
                </a:lnTo>
                <a:cubicBezTo>
                  <a:pt x="0" y="207710"/>
                  <a:pt x="207710" y="0"/>
                  <a:pt x="463550" y="0"/>
                </a:cubicBezTo>
                <a:close/>
              </a:path>
            </a:pathLst>
          </a:custGeom>
          <a:solidFill>
            <a:srgbClr val="39A897"/>
          </a:solidFill>
          <a:ln w="46008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985375" y="3492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9578556" y="43434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完整交付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813860" y="4749558"/>
            <a:ext cx="271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三秒内输出标题、正文、标签及配图建议。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137196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爆款标题优化机制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2184642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内置热词库与打分模型，让标题更具吸引力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3940" y="2946462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609598"/>
                </a:lnTo>
                <a:cubicBezTo>
                  <a:pt x="5435600" y="665711"/>
                  <a:pt x="5390111" y="711200"/>
                  <a:pt x="5333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76070" y="3144869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95548" y="-15716"/>
                </a:moveTo>
                <a:cubicBezTo>
                  <a:pt x="101084" y="-20360"/>
                  <a:pt x="109240" y="-20181"/>
                  <a:pt x="114538" y="-15180"/>
                </a:cubicBezTo>
                <a:cubicBezTo>
                  <a:pt x="121860" y="-8275"/>
                  <a:pt x="128409" y="-655"/>
                  <a:pt x="134719" y="7084"/>
                </a:cubicBezTo>
                <a:cubicBezTo>
                  <a:pt x="142756" y="16907"/>
                  <a:pt x="152400" y="29885"/>
                  <a:pt x="161687" y="45303"/>
                </a:cubicBezTo>
                <a:cubicBezTo>
                  <a:pt x="164783" y="41255"/>
                  <a:pt x="167640" y="37683"/>
                  <a:pt x="170140" y="34647"/>
                </a:cubicBezTo>
                <a:cubicBezTo>
                  <a:pt x="170795" y="33873"/>
                  <a:pt x="171450" y="33040"/>
                  <a:pt x="172105" y="32206"/>
                </a:cubicBezTo>
                <a:cubicBezTo>
                  <a:pt x="176808" y="26372"/>
                  <a:pt x="182642" y="19050"/>
                  <a:pt x="190440" y="19050"/>
                </a:cubicBezTo>
                <a:cubicBezTo>
                  <a:pt x="198418" y="19050"/>
                  <a:pt x="204014" y="26134"/>
                  <a:pt x="208776" y="32206"/>
                </a:cubicBezTo>
                <a:cubicBezTo>
                  <a:pt x="209550" y="33218"/>
                  <a:pt x="210324" y="34171"/>
                  <a:pt x="211098" y="35064"/>
                </a:cubicBezTo>
                <a:cubicBezTo>
                  <a:pt x="217230" y="42446"/>
                  <a:pt x="225385" y="53102"/>
                  <a:pt x="233541" y="66258"/>
                </a:cubicBezTo>
                <a:cubicBezTo>
                  <a:pt x="249734" y="92393"/>
                  <a:pt x="266640" y="129600"/>
                  <a:pt x="266640" y="171390"/>
                </a:cubicBezTo>
                <a:cubicBezTo>
                  <a:pt x="266640" y="245031"/>
                  <a:pt x="206931" y="304740"/>
                  <a:pt x="133290" y="304740"/>
                </a:cubicBezTo>
                <a:cubicBezTo>
                  <a:pt x="59650" y="304740"/>
                  <a:pt x="0" y="245090"/>
                  <a:pt x="0" y="171450"/>
                </a:cubicBezTo>
                <a:cubicBezTo>
                  <a:pt x="0" y="117217"/>
                  <a:pt x="24467" y="70247"/>
                  <a:pt x="47923" y="37505"/>
                </a:cubicBezTo>
                <a:cubicBezTo>
                  <a:pt x="59769" y="21015"/>
                  <a:pt x="71557" y="7799"/>
                  <a:pt x="80427" y="-1250"/>
                </a:cubicBezTo>
                <a:cubicBezTo>
                  <a:pt x="85308" y="-6251"/>
                  <a:pt x="90249" y="-11192"/>
                  <a:pt x="95607" y="-15657"/>
                </a:cubicBezTo>
                <a:close/>
                <a:moveTo>
                  <a:pt x="134362" y="247650"/>
                </a:moveTo>
                <a:cubicBezTo>
                  <a:pt x="149423" y="247650"/>
                  <a:pt x="162758" y="243483"/>
                  <a:pt x="175320" y="235148"/>
                </a:cubicBezTo>
                <a:cubicBezTo>
                  <a:pt x="200382" y="217646"/>
                  <a:pt x="207109" y="182642"/>
                  <a:pt x="192048" y="155138"/>
                </a:cubicBezTo>
                <a:cubicBezTo>
                  <a:pt x="189369" y="149781"/>
                  <a:pt x="182523" y="149423"/>
                  <a:pt x="178653" y="153948"/>
                </a:cubicBezTo>
                <a:lnTo>
                  <a:pt x="163651" y="171390"/>
                </a:lnTo>
                <a:cubicBezTo>
                  <a:pt x="159722" y="175915"/>
                  <a:pt x="152638" y="175796"/>
                  <a:pt x="148947" y="171093"/>
                </a:cubicBezTo>
                <a:cubicBezTo>
                  <a:pt x="138648" y="157936"/>
                  <a:pt x="119717" y="133945"/>
                  <a:pt x="110073" y="121682"/>
                </a:cubicBezTo>
                <a:cubicBezTo>
                  <a:pt x="106859" y="117574"/>
                  <a:pt x="101025" y="116919"/>
                  <a:pt x="97274" y="120551"/>
                </a:cubicBezTo>
                <a:cubicBezTo>
                  <a:pt x="86380" y="131147"/>
                  <a:pt x="66615" y="154365"/>
                  <a:pt x="66615" y="182642"/>
                </a:cubicBezTo>
                <a:cubicBezTo>
                  <a:pt x="66615" y="223480"/>
                  <a:pt x="96738" y="247650"/>
                  <a:pt x="134303" y="24765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7" name="Text 4"/>
          <p:cNvSpPr/>
          <p:nvPr/>
        </p:nvSpPr>
        <p:spPr>
          <a:xfrm>
            <a:off x="965080" y="3149541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基于热词库与历史爆款数据，提取标题特征。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3940" y="3860682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609598"/>
                </a:lnTo>
                <a:cubicBezTo>
                  <a:pt x="5435600" y="665711"/>
                  <a:pt x="5390111" y="711200"/>
                  <a:pt x="5333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7020" y="40590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965080" y="4063761"/>
            <a:ext cx="485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轻量级XGBoost模型为标题打分，预测互动率。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3940" y="4774902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609598"/>
                </a:lnTo>
                <a:cubicBezTo>
                  <a:pt x="5435600" y="665711"/>
                  <a:pt x="5390111" y="711200"/>
                  <a:pt x="5333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95120" y="497330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3" name="Text 10"/>
          <p:cNvSpPr/>
          <p:nvPr/>
        </p:nvSpPr>
        <p:spPr>
          <a:xfrm>
            <a:off x="965080" y="4977981"/>
            <a:ext cx="436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提供多条改写建议，并量化预期提升效果。</a:t>
            </a:r>
            <a:endParaRPr lang="en-US" sz="1600" dirty="0"/>
          </a:p>
        </p:txBody>
      </p:sp>
      <p:pic>
        <p:nvPicPr>
          <p:cNvPr id="14" name="Image 1" descr="https://kimi-web-img.moonshot.cn/img/thechoice.escp.eu/7564cb62166cd26ad75844d43c5d88161bcbd6da.jpg">    </p:cNvPr>
          <p:cNvPicPr>
            <a:picLocks noChangeAspect="1"/>
          </p:cNvPicPr>
          <p:nvPr/>
        </p:nvPicPr>
        <p:blipFill>
          <a:blip r:embed="rId2"/>
          <a:srcRect l="11695" r="11695" t="0" b="0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32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1803819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仿写与润色策略：双重模式，精准优化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2718039"/>
            <a:ext cx="5638800" cy="2336800"/>
          </a:xfrm>
          <a:custGeom>
            <a:avLst/>
            <a:gdLst/>
            <a:ahLst/>
            <a:cxnLst/>
            <a:rect l="l" t="t" r="r" b="b"/>
            <a:pathLst>
              <a:path w="5638800" h="2336800">
                <a:moveTo>
                  <a:pt x="152406" y="0"/>
                </a:moveTo>
                <a:lnTo>
                  <a:pt x="5486394" y="0"/>
                </a:lnTo>
                <a:cubicBezTo>
                  <a:pt x="5570565" y="0"/>
                  <a:pt x="5638800" y="68235"/>
                  <a:pt x="5638800" y="152406"/>
                </a:cubicBezTo>
                <a:lnTo>
                  <a:pt x="5638800" y="2184394"/>
                </a:lnTo>
                <a:cubicBezTo>
                  <a:pt x="5638800" y="2268565"/>
                  <a:pt x="5570565" y="2336800"/>
                  <a:pt x="54863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33353" y="3057348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42875" y="0"/>
                </a:moveTo>
                <a:cubicBezTo>
                  <a:pt x="116607" y="0"/>
                  <a:pt x="95250" y="21357"/>
                  <a:pt x="95250" y="47625"/>
                </a:cubicBezTo>
                <a:lnTo>
                  <a:pt x="95250" y="238125"/>
                </a:lnTo>
                <a:cubicBezTo>
                  <a:pt x="95250" y="264393"/>
                  <a:pt x="116607" y="285750"/>
                  <a:pt x="142875" y="285750"/>
                </a:cubicBezTo>
                <a:lnTo>
                  <a:pt x="285750" y="285750"/>
                </a:lnTo>
                <a:cubicBezTo>
                  <a:pt x="312018" y="285750"/>
                  <a:pt x="333375" y="264393"/>
                  <a:pt x="333375" y="238125"/>
                </a:cubicBezTo>
                <a:lnTo>
                  <a:pt x="333375" y="88850"/>
                </a:lnTo>
                <a:cubicBezTo>
                  <a:pt x="333375" y="75902"/>
                  <a:pt x="328092" y="63475"/>
                  <a:pt x="318715" y="54471"/>
                </a:cubicBezTo>
                <a:lnTo>
                  <a:pt x="275779" y="13246"/>
                </a:lnTo>
                <a:cubicBezTo>
                  <a:pt x="266923" y="4763"/>
                  <a:pt x="255091" y="0"/>
                  <a:pt x="242813" y="0"/>
                </a:cubicBezTo>
                <a:lnTo>
                  <a:pt x="142875" y="0"/>
                </a:lnTo>
                <a:close/>
                <a:moveTo>
                  <a:pt x="47625" y="95250"/>
                </a:moveTo>
                <a:cubicBezTo>
                  <a:pt x="21357" y="95250"/>
                  <a:pt x="0" y="116607"/>
                  <a:pt x="0" y="142875"/>
                </a:cubicBezTo>
                <a:lnTo>
                  <a:pt x="0" y="333375"/>
                </a:lnTo>
                <a:cubicBezTo>
                  <a:pt x="0" y="359643"/>
                  <a:pt x="21357" y="381000"/>
                  <a:pt x="47625" y="381000"/>
                </a:cubicBezTo>
                <a:lnTo>
                  <a:pt x="190500" y="381000"/>
                </a:lnTo>
                <a:cubicBezTo>
                  <a:pt x="216768" y="381000"/>
                  <a:pt x="238125" y="359643"/>
                  <a:pt x="238125" y="333375"/>
                </a:cubicBezTo>
                <a:lnTo>
                  <a:pt x="238125" y="321469"/>
                </a:lnTo>
                <a:lnTo>
                  <a:pt x="190500" y="321469"/>
                </a:lnTo>
                <a:lnTo>
                  <a:pt x="190500" y="333375"/>
                </a:lnTo>
                <a:lnTo>
                  <a:pt x="47625" y="333375"/>
                </a:lnTo>
                <a:lnTo>
                  <a:pt x="47625" y="142875"/>
                </a:lnTo>
                <a:lnTo>
                  <a:pt x="59531" y="142875"/>
                </a:lnTo>
                <a:lnTo>
                  <a:pt x="59531" y="95250"/>
                </a:lnTo>
                <a:lnTo>
                  <a:pt x="47625" y="95250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1238070" y="3048177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仿写模式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740" y="3683121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对原文进行句法解析，提取核心卖点与情感极性，按用户选定风格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highlight>
                  <a:srgbClr val="39A897">
                    <a:alpha val="30196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重新生成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，实现表达差异化。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740" y="4393719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核心不变，风格百变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99080" y="2718039"/>
            <a:ext cx="5638800" cy="2336800"/>
          </a:xfrm>
          <a:custGeom>
            <a:avLst/>
            <a:gdLst/>
            <a:ahLst/>
            <a:cxnLst/>
            <a:rect l="l" t="t" r="r" b="b"/>
            <a:pathLst>
              <a:path w="5638800" h="2336800">
                <a:moveTo>
                  <a:pt x="152406" y="0"/>
                </a:moveTo>
                <a:lnTo>
                  <a:pt x="5486394" y="0"/>
                </a:lnTo>
                <a:cubicBezTo>
                  <a:pt x="5570565" y="0"/>
                  <a:pt x="5638800" y="68235"/>
                  <a:pt x="5638800" y="152406"/>
                </a:cubicBezTo>
                <a:lnTo>
                  <a:pt x="5638800" y="2184394"/>
                </a:lnTo>
                <a:cubicBezTo>
                  <a:pt x="5638800" y="2268565"/>
                  <a:pt x="5570565" y="2336800"/>
                  <a:pt x="54863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30868" y="3057348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96007" y="-20092"/>
                </a:moveTo>
                <a:lnTo>
                  <a:pt x="207020" y="7293"/>
                </a:lnTo>
                <a:lnTo>
                  <a:pt x="234404" y="18306"/>
                </a:lnTo>
                <a:cubicBezTo>
                  <a:pt x="236637" y="19199"/>
                  <a:pt x="238125" y="21431"/>
                  <a:pt x="238125" y="23812"/>
                </a:cubicBezTo>
                <a:cubicBezTo>
                  <a:pt x="238125" y="26194"/>
                  <a:pt x="236637" y="28426"/>
                  <a:pt x="234404" y="29319"/>
                </a:cubicBezTo>
                <a:lnTo>
                  <a:pt x="207020" y="40332"/>
                </a:lnTo>
                <a:lnTo>
                  <a:pt x="196007" y="67717"/>
                </a:lnTo>
                <a:cubicBezTo>
                  <a:pt x="195114" y="69949"/>
                  <a:pt x="192881" y="71438"/>
                  <a:pt x="190500" y="71438"/>
                </a:cubicBezTo>
                <a:cubicBezTo>
                  <a:pt x="188119" y="71438"/>
                  <a:pt x="185886" y="69949"/>
                  <a:pt x="184993" y="67717"/>
                </a:cubicBezTo>
                <a:lnTo>
                  <a:pt x="173980" y="40332"/>
                </a:lnTo>
                <a:lnTo>
                  <a:pt x="146596" y="29319"/>
                </a:lnTo>
                <a:cubicBezTo>
                  <a:pt x="144363" y="28426"/>
                  <a:pt x="142875" y="26194"/>
                  <a:pt x="142875" y="23812"/>
                </a:cubicBezTo>
                <a:cubicBezTo>
                  <a:pt x="142875" y="21431"/>
                  <a:pt x="144363" y="19199"/>
                  <a:pt x="146596" y="18306"/>
                </a:cubicBezTo>
                <a:lnTo>
                  <a:pt x="173980" y="7293"/>
                </a:lnTo>
                <a:lnTo>
                  <a:pt x="184993" y="-20092"/>
                </a:lnTo>
                <a:cubicBezTo>
                  <a:pt x="185886" y="-22324"/>
                  <a:pt x="188119" y="-23812"/>
                  <a:pt x="190500" y="-23812"/>
                </a:cubicBezTo>
                <a:cubicBezTo>
                  <a:pt x="192881" y="-23812"/>
                  <a:pt x="195114" y="-22324"/>
                  <a:pt x="196007" y="-20092"/>
                </a:cubicBezTo>
                <a:close/>
                <a:moveTo>
                  <a:pt x="82376" y="31031"/>
                </a:moveTo>
                <a:lnTo>
                  <a:pt x="98375" y="68312"/>
                </a:lnTo>
                <a:lnTo>
                  <a:pt x="135657" y="84311"/>
                </a:lnTo>
                <a:cubicBezTo>
                  <a:pt x="140047" y="86171"/>
                  <a:pt x="142875" y="90488"/>
                  <a:pt x="142875" y="95250"/>
                </a:cubicBezTo>
                <a:cubicBezTo>
                  <a:pt x="142875" y="100012"/>
                  <a:pt x="140047" y="104329"/>
                  <a:pt x="135657" y="106189"/>
                </a:cubicBezTo>
                <a:lnTo>
                  <a:pt x="98375" y="122188"/>
                </a:lnTo>
                <a:lnTo>
                  <a:pt x="82376" y="159469"/>
                </a:lnTo>
                <a:cubicBezTo>
                  <a:pt x="80516" y="163860"/>
                  <a:pt x="76200" y="166687"/>
                  <a:pt x="71437" y="166687"/>
                </a:cubicBezTo>
                <a:cubicBezTo>
                  <a:pt x="66675" y="166687"/>
                  <a:pt x="62359" y="163860"/>
                  <a:pt x="60499" y="159469"/>
                </a:cubicBezTo>
                <a:lnTo>
                  <a:pt x="44500" y="122188"/>
                </a:lnTo>
                <a:lnTo>
                  <a:pt x="7218" y="106189"/>
                </a:lnTo>
                <a:cubicBezTo>
                  <a:pt x="2828" y="104329"/>
                  <a:pt x="0" y="100013"/>
                  <a:pt x="0" y="95250"/>
                </a:cubicBezTo>
                <a:cubicBezTo>
                  <a:pt x="0" y="90488"/>
                  <a:pt x="2828" y="86171"/>
                  <a:pt x="7218" y="84311"/>
                </a:cubicBezTo>
                <a:lnTo>
                  <a:pt x="44500" y="68312"/>
                </a:lnTo>
                <a:lnTo>
                  <a:pt x="60499" y="31031"/>
                </a:lnTo>
                <a:cubicBezTo>
                  <a:pt x="62359" y="26640"/>
                  <a:pt x="66675" y="23812"/>
                  <a:pt x="71438" y="23812"/>
                </a:cubicBezTo>
                <a:cubicBezTo>
                  <a:pt x="76200" y="23812"/>
                  <a:pt x="80516" y="26640"/>
                  <a:pt x="82376" y="31031"/>
                </a:cubicBezTo>
                <a:close/>
                <a:moveTo>
                  <a:pt x="345281" y="226219"/>
                </a:moveTo>
                <a:cubicBezTo>
                  <a:pt x="350044" y="226219"/>
                  <a:pt x="354360" y="229046"/>
                  <a:pt x="356220" y="233437"/>
                </a:cubicBezTo>
                <a:lnTo>
                  <a:pt x="372219" y="270718"/>
                </a:lnTo>
                <a:lnTo>
                  <a:pt x="409501" y="286717"/>
                </a:lnTo>
                <a:cubicBezTo>
                  <a:pt x="413891" y="288578"/>
                  <a:pt x="416719" y="292894"/>
                  <a:pt x="416719" y="297656"/>
                </a:cubicBezTo>
                <a:cubicBezTo>
                  <a:pt x="416719" y="302419"/>
                  <a:pt x="413891" y="306735"/>
                  <a:pt x="409501" y="308595"/>
                </a:cubicBezTo>
                <a:lnTo>
                  <a:pt x="372219" y="324594"/>
                </a:lnTo>
                <a:lnTo>
                  <a:pt x="356220" y="361876"/>
                </a:lnTo>
                <a:cubicBezTo>
                  <a:pt x="354360" y="366266"/>
                  <a:pt x="350044" y="369094"/>
                  <a:pt x="345281" y="369094"/>
                </a:cubicBezTo>
                <a:cubicBezTo>
                  <a:pt x="340519" y="369094"/>
                  <a:pt x="336203" y="366266"/>
                  <a:pt x="334342" y="361876"/>
                </a:cubicBezTo>
                <a:lnTo>
                  <a:pt x="318343" y="324594"/>
                </a:lnTo>
                <a:lnTo>
                  <a:pt x="281062" y="308595"/>
                </a:lnTo>
                <a:cubicBezTo>
                  <a:pt x="276671" y="306735"/>
                  <a:pt x="273844" y="302419"/>
                  <a:pt x="273844" y="297656"/>
                </a:cubicBezTo>
                <a:cubicBezTo>
                  <a:pt x="273844" y="292894"/>
                  <a:pt x="276671" y="288578"/>
                  <a:pt x="281062" y="286717"/>
                </a:cubicBezTo>
                <a:lnTo>
                  <a:pt x="318343" y="270718"/>
                </a:lnTo>
                <a:lnTo>
                  <a:pt x="334342" y="233437"/>
                </a:lnTo>
                <a:cubicBezTo>
                  <a:pt x="336203" y="229046"/>
                  <a:pt x="340519" y="226219"/>
                  <a:pt x="345281" y="226219"/>
                </a:cubicBezTo>
                <a:close/>
                <a:moveTo>
                  <a:pt x="342305" y="0"/>
                </a:moveTo>
                <a:cubicBezTo>
                  <a:pt x="350490" y="0"/>
                  <a:pt x="358378" y="3274"/>
                  <a:pt x="364257" y="9079"/>
                </a:cubicBezTo>
                <a:lnTo>
                  <a:pt x="395734" y="40556"/>
                </a:lnTo>
                <a:cubicBezTo>
                  <a:pt x="401538" y="46434"/>
                  <a:pt x="404813" y="54322"/>
                  <a:pt x="404813" y="62508"/>
                </a:cubicBezTo>
                <a:cubicBezTo>
                  <a:pt x="404813" y="70693"/>
                  <a:pt x="401538" y="78581"/>
                  <a:pt x="395734" y="84460"/>
                </a:cubicBezTo>
                <a:lnTo>
                  <a:pt x="330101" y="150093"/>
                </a:lnTo>
                <a:lnTo>
                  <a:pt x="254719" y="74712"/>
                </a:lnTo>
                <a:lnTo>
                  <a:pt x="320353" y="9079"/>
                </a:lnTo>
                <a:cubicBezTo>
                  <a:pt x="326231" y="3274"/>
                  <a:pt x="334119" y="0"/>
                  <a:pt x="342305" y="0"/>
                </a:cubicBezTo>
                <a:close/>
                <a:moveTo>
                  <a:pt x="32891" y="296540"/>
                </a:moveTo>
                <a:lnTo>
                  <a:pt x="229493" y="99938"/>
                </a:lnTo>
                <a:lnTo>
                  <a:pt x="304874" y="175320"/>
                </a:lnTo>
                <a:lnTo>
                  <a:pt x="108272" y="371921"/>
                </a:lnTo>
                <a:cubicBezTo>
                  <a:pt x="102394" y="377726"/>
                  <a:pt x="94506" y="381000"/>
                  <a:pt x="86320" y="381000"/>
                </a:cubicBezTo>
                <a:cubicBezTo>
                  <a:pt x="78135" y="381000"/>
                  <a:pt x="70247" y="377726"/>
                  <a:pt x="64368" y="371921"/>
                </a:cubicBezTo>
                <a:lnTo>
                  <a:pt x="32891" y="340444"/>
                </a:lnTo>
                <a:cubicBezTo>
                  <a:pt x="27087" y="334566"/>
                  <a:pt x="23812" y="326678"/>
                  <a:pt x="23812" y="318492"/>
                </a:cubicBezTo>
                <a:cubicBezTo>
                  <a:pt x="23812" y="310307"/>
                  <a:pt x="27087" y="302419"/>
                  <a:pt x="32891" y="29654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1" name="Text 8"/>
          <p:cNvSpPr/>
          <p:nvPr/>
        </p:nvSpPr>
        <p:spPr>
          <a:xfrm>
            <a:off x="7283210" y="3048177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润色模式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3881" y="3683121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保留用户原文结构，仅对用词、emoji、段落长度进行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highlight>
                  <a:srgbClr val="39A897">
                    <a:alpha val="30196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精细化微调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，并提示潜在的违规极限词。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5881" y="4393719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细节优化，规避风险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交互体验亮点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pic>
        <p:nvPicPr>
          <p:cNvPr id="3" name="Image 1" descr="https://kimi-web-img.moonshot.cn/img/image.woshipm.com/9980c82594c477d7b16609cdde403e6749fa3864.png">    </p:cNvPr>
          <p:cNvPicPr>
            <a:picLocks noChangeAspect="1"/>
          </p:cNvPicPr>
          <p:nvPr/>
        </p:nvPicPr>
        <p:blipFill>
          <a:blip r:embed="rId2"/>
          <a:srcRect l="18633" r="18633" t="0" b="0"/>
          <a:stretch/>
        </p:blipFill>
        <p:spPr>
          <a:xfrm>
            <a:off x="253940" y="783028"/>
            <a:ext cx="5537200" cy="5295900"/>
          </a:xfrm>
          <a:prstGeom prst="roundRect">
            <a:avLst>
              <a:gd name="adj" fmla="val 2878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096000" y="152418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流式输出的沉浸感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096000" y="2336862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告别空白窗口的等待焦虑，营造AI与人共写的流畅体验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143625" y="3195365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7" name="Text 3"/>
          <p:cNvSpPr/>
          <p:nvPr/>
        </p:nvSpPr>
        <p:spPr>
          <a:xfrm>
            <a:off x="6565781" y="3098682"/>
            <a:ext cx="5372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SSE逐字渲染：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每收到一个token即时显示，配合光标动画，感受AI的“书写”过程。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120502" y="4008047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9" name="Text 5"/>
          <p:cNvSpPr/>
          <p:nvPr/>
        </p:nvSpPr>
        <p:spPr>
          <a:xfrm>
            <a:off x="6583213" y="3911358"/>
            <a:ext cx="5359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富文本高亮：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对链接、话题标签实时正则匹配，提前高亮，提升可读性。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49436" y="4820729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47625"/>
                </a:moveTo>
                <a:cubicBezTo>
                  <a:pt x="97780" y="47625"/>
                  <a:pt x="56952" y="65484"/>
                  <a:pt x="26938" y="94555"/>
                </a:cubicBezTo>
                <a:cubicBezTo>
                  <a:pt x="20638" y="100657"/>
                  <a:pt x="10567" y="100509"/>
                  <a:pt x="4514" y="94208"/>
                </a:cubicBezTo>
                <a:cubicBezTo>
                  <a:pt x="-1538" y="87908"/>
                  <a:pt x="-1439" y="77837"/>
                  <a:pt x="4862" y="71785"/>
                </a:cubicBezTo>
                <a:cubicBezTo>
                  <a:pt x="40531" y="37157"/>
                  <a:pt x="89247" y="15875"/>
                  <a:pt x="142875" y="15875"/>
                </a:cubicBezTo>
                <a:cubicBezTo>
                  <a:pt x="196503" y="15875"/>
                  <a:pt x="245219" y="37157"/>
                  <a:pt x="280938" y="71785"/>
                </a:cubicBezTo>
                <a:cubicBezTo>
                  <a:pt x="287238" y="77887"/>
                  <a:pt x="287387" y="87957"/>
                  <a:pt x="281285" y="94208"/>
                </a:cubicBezTo>
                <a:cubicBezTo>
                  <a:pt x="275183" y="100459"/>
                  <a:pt x="265113" y="100657"/>
                  <a:pt x="258862" y="94555"/>
                </a:cubicBezTo>
                <a:cubicBezTo>
                  <a:pt x="228798" y="65484"/>
                  <a:pt x="187970" y="47625"/>
                  <a:pt x="142875" y="47625"/>
                </a:cubicBezTo>
                <a:close/>
                <a:moveTo>
                  <a:pt x="119063" y="214313"/>
                </a:moveTo>
                <a:cubicBezTo>
                  <a:pt x="119063" y="201170"/>
                  <a:pt x="129733" y="190500"/>
                  <a:pt x="142875" y="190500"/>
                </a:cubicBezTo>
                <a:cubicBezTo>
                  <a:pt x="156017" y="190500"/>
                  <a:pt x="166688" y="201170"/>
                  <a:pt x="166688" y="214313"/>
                </a:cubicBezTo>
                <a:cubicBezTo>
                  <a:pt x="166688" y="227455"/>
                  <a:pt x="156017" y="238125"/>
                  <a:pt x="142875" y="238125"/>
                </a:cubicBezTo>
                <a:cubicBezTo>
                  <a:pt x="129733" y="238125"/>
                  <a:pt x="119063" y="227455"/>
                  <a:pt x="119063" y="214313"/>
                </a:cubicBezTo>
                <a:close/>
                <a:moveTo>
                  <a:pt x="83344" y="161826"/>
                </a:moveTo>
                <a:cubicBezTo>
                  <a:pt x="77539" y="168424"/>
                  <a:pt x="67518" y="169019"/>
                  <a:pt x="60920" y="163215"/>
                </a:cubicBezTo>
                <a:cubicBezTo>
                  <a:pt x="54322" y="157411"/>
                  <a:pt x="53727" y="147389"/>
                  <a:pt x="59531" y="140791"/>
                </a:cubicBezTo>
                <a:cubicBezTo>
                  <a:pt x="79871" y="117773"/>
                  <a:pt x="109686" y="103188"/>
                  <a:pt x="142875" y="103188"/>
                </a:cubicBezTo>
                <a:cubicBezTo>
                  <a:pt x="176064" y="103188"/>
                  <a:pt x="205879" y="117773"/>
                  <a:pt x="226219" y="140791"/>
                </a:cubicBezTo>
                <a:cubicBezTo>
                  <a:pt x="232023" y="147389"/>
                  <a:pt x="231378" y="157411"/>
                  <a:pt x="224830" y="163215"/>
                </a:cubicBezTo>
                <a:cubicBezTo>
                  <a:pt x="218281" y="169019"/>
                  <a:pt x="208211" y="168374"/>
                  <a:pt x="202406" y="161826"/>
                </a:cubicBezTo>
                <a:cubicBezTo>
                  <a:pt x="187821" y="145306"/>
                  <a:pt x="166588" y="134938"/>
                  <a:pt x="142875" y="134938"/>
                </a:cubicBezTo>
                <a:cubicBezTo>
                  <a:pt x="119162" y="134938"/>
                  <a:pt x="97929" y="145306"/>
                  <a:pt x="83344" y="161826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1" name="Text 7"/>
          <p:cNvSpPr/>
          <p:nvPr/>
        </p:nvSpPr>
        <p:spPr>
          <a:xfrm>
            <a:off x="6640902" y="4724040"/>
            <a:ext cx="5295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智能重连：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网络抖动时自动重连并续写，保证对话的连贯性。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1067519"/>
            <a:ext cx="518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多会话历史管理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1880202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有序管理创作灵感，支持快速检索与恢复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3940" y="2642022"/>
            <a:ext cx="4673600" cy="914400"/>
          </a:xfrm>
          <a:custGeom>
            <a:avLst/>
            <a:gdLst/>
            <a:ahLst/>
            <a:cxnLst/>
            <a:rect l="l" t="t" r="r" b="b"/>
            <a:pathLst>
              <a:path w="4673600" h="914400">
                <a:moveTo>
                  <a:pt x="101599" y="0"/>
                </a:moveTo>
                <a:lnTo>
                  <a:pt x="4572001" y="0"/>
                </a:lnTo>
                <a:cubicBezTo>
                  <a:pt x="4628113" y="0"/>
                  <a:pt x="4673600" y="45487"/>
                  <a:pt x="4673600" y="101599"/>
                </a:cubicBezTo>
                <a:lnTo>
                  <a:pt x="4673600" y="812801"/>
                </a:lnTo>
                <a:cubicBezTo>
                  <a:pt x="4673600" y="868913"/>
                  <a:pt x="4628113" y="914400"/>
                  <a:pt x="4572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6340" y="2794422"/>
            <a:ext cx="487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智能会话列表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6340" y="3149904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自动提取首句为标题，支持星标与搜索。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3940" y="3759144"/>
            <a:ext cx="4673600" cy="914400"/>
          </a:xfrm>
          <a:custGeom>
            <a:avLst/>
            <a:gdLst/>
            <a:ahLst/>
            <a:cxnLst/>
            <a:rect l="l" t="t" r="r" b="b"/>
            <a:pathLst>
              <a:path w="4673600" h="914400">
                <a:moveTo>
                  <a:pt x="101599" y="0"/>
                </a:moveTo>
                <a:lnTo>
                  <a:pt x="4572001" y="0"/>
                </a:lnTo>
                <a:cubicBezTo>
                  <a:pt x="4628113" y="0"/>
                  <a:pt x="4673600" y="45487"/>
                  <a:pt x="4673600" y="101599"/>
                </a:cubicBezTo>
                <a:lnTo>
                  <a:pt x="4673600" y="812801"/>
                </a:lnTo>
                <a:cubicBezTo>
                  <a:pt x="4673600" y="868913"/>
                  <a:pt x="4628113" y="914400"/>
                  <a:pt x="4572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06340" y="3911544"/>
            <a:ext cx="487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增量同步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6340" y="4267020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通过版本号同步，减少数据传输，快速加载。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3940" y="4876260"/>
            <a:ext cx="4673600" cy="914400"/>
          </a:xfrm>
          <a:custGeom>
            <a:avLst/>
            <a:gdLst/>
            <a:ahLst/>
            <a:cxnLst/>
            <a:rect l="l" t="t" r="r" b="b"/>
            <a:pathLst>
              <a:path w="4673600" h="914400">
                <a:moveTo>
                  <a:pt x="101599" y="0"/>
                </a:moveTo>
                <a:lnTo>
                  <a:pt x="4572001" y="0"/>
                </a:lnTo>
                <a:cubicBezTo>
                  <a:pt x="4628113" y="0"/>
                  <a:pt x="4673600" y="45487"/>
                  <a:pt x="4673600" y="101599"/>
                </a:cubicBezTo>
                <a:lnTo>
                  <a:pt x="4673600" y="812801"/>
                </a:lnTo>
                <a:cubicBezTo>
                  <a:pt x="4673600" y="868913"/>
                  <a:pt x="4628113" y="914400"/>
                  <a:pt x="4572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06340" y="5028660"/>
            <a:ext cx="487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软删除机制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6340" y="5384143"/>
            <a:ext cx="487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误删可恢复，兼顾用户体验与数据库性能。</a:t>
            </a:r>
            <a:endParaRPr lang="en-US" sz="1600" dirty="0"/>
          </a:p>
        </p:txBody>
      </p:sp>
      <p:pic>
        <p:nvPicPr>
          <p:cNvPr id="14" name="Image 1" descr="https://kimi-web-img.moonshot.cn/img/www.lianggeshipin.com/3df0efae6fe2d20f6b6cbc046610bda2e863a446.jpg">    </p:cNvPr>
          <p:cNvPicPr>
            <a:picLocks noChangeAspect="1"/>
          </p:cNvPicPr>
          <p:nvPr/>
        </p:nvPicPr>
        <p:blipFill>
          <a:blip r:embed="rId2"/>
          <a:srcRect l="20072" r="20072" t="0" b="0"/>
          <a:stretch/>
        </p:blipFill>
        <p:spPr>
          <a:xfrm>
            <a:off x="5334000" y="783028"/>
            <a:ext cx="6604000" cy="5295900"/>
          </a:xfrm>
          <a:prstGeom prst="roundRect">
            <a:avLst>
              <a:gd name="adj" fmla="val 2878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663333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深色浅色无缝切换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1374291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打造全天候舒适的创作环境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5120" y="2136111"/>
            <a:ext cx="4622800" cy="3454400"/>
          </a:xfrm>
          <a:custGeom>
            <a:avLst/>
            <a:gdLst/>
            <a:ahLst/>
            <a:cxnLst/>
            <a:rect l="l" t="t" r="r" b="b"/>
            <a:pathLst>
              <a:path w="4622800" h="3454400">
                <a:moveTo>
                  <a:pt x="101594" y="0"/>
                </a:moveTo>
                <a:lnTo>
                  <a:pt x="4521206" y="0"/>
                </a:lnTo>
                <a:cubicBezTo>
                  <a:pt x="4577315" y="0"/>
                  <a:pt x="4622800" y="45485"/>
                  <a:pt x="4622800" y="101594"/>
                </a:cubicBezTo>
                <a:lnTo>
                  <a:pt x="4622800" y="3352806"/>
                </a:lnTo>
                <a:cubicBezTo>
                  <a:pt x="4622800" y="3408915"/>
                  <a:pt x="4577315" y="3454400"/>
                  <a:pt x="4521206" y="3454400"/>
                </a:cubicBezTo>
                <a:lnTo>
                  <a:pt x="101594" y="3454400"/>
                </a:lnTo>
                <a:cubicBezTo>
                  <a:pt x="45485" y="3454400"/>
                  <a:pt x="0" y="3408915"/>
                  <a:pt x="0" y="3352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3004">
            <a:solidFill>
              <a:srgbClr val="8FB3AC"/>
            </a:solidFill>
            <a:prstDash val="solid"/>
          </a:ln>
        </p:spPr>
      </p:sp>
      <p:pic>
        <p:nvPicPr>
          <p:cNvPr id="6" name="Image 1" descr="https://kimi-web-img.moonshot.cn/img/www.lianggeshipin.com/3df0efae6fe2d20f6b6cbc046610bda2e863a446.jpg">    </p:cNvPr>
          <p:cNvPicPr>
            <a:picLocks noChangeAspect="1"/>
          </p:cNvPicPr>
          <p:nvPr/>
        </p:nvPicPr>
        <p:blipFill>
          <a:blip r:embed="rId2"/>
          <a:srcRect l="8500" r="8500" t="0" b="0"/>
          <a:stretch/>
        </p:blipFill>
        <p:spPr>
          <a:xfrm>
            <a:off x="861204" y="2362200"/>
            <a:ext cx="4216400" cy="2438400"/>
          </a:xfrm>
          <a:prstGeom prst="roundRect">
            <a:avLst>
              <a:gd name="adj" fmla="val 3125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2216270" y="5049682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06085" y="-6013"/>
                </a:moveTo>
                <a:cubicBezTo>
                  <a:pt x="110490" y="-7858"/>
                  <a:pt x="115491" y="-7322"/>
                  <a:pt x="119479" y="-4703"/>
                </a:cubicBezTo>
                <a:lnTo>
                  <a:pt x="171748" y="29944"/>
                </a:lnTo>
                <a:lnTo>
                  <a:pt x="224016" y="-4703"/>
                </a:lnTo>
                <a:cubicBezTo>
                  <a:pt x="228005" y="-7322"/>
                  <a:pt x="233005" y="-7799"/>
                  <a:pt x="237411" y="-6013"/>
                </a:cubicBezTo>
                <a:cubicBezTo>
                  <a:pt x="241816" y="-4227"/>
                  <a:pt x="244912" y="-298"/>
                  <a:pt x="245864" y="4346"/>
                </a:cubicBezTo>
                <a:lnTo>
                  <a:pt x="258306" y="65782"/>
                </a:lnTo>
                <a:lnTo>
                  <a:pt x="319742" y="78224"/>
                </a:lnTo>
                <a:cubicBezTo>
                  <a:pt x="324386" y="79177"/>
                  <a:pt x="328315" y="82391"/>
                  <a:pt x="330101" y="86737"/>
                </a:cubicBezTo>
                <a:cubicBezTo>
                  <a:pt x="331887" y="91083"/>
                  <a:pt x="331410" y="96143"/>
                  <a:pt x="328791" y="100132"/>
                </a:cubicBezTo>
                <a:lnTo>
                  <a:pt x="294144" y="152400"/>
                </a:lnTo>
                <a:lnTo>
                  <a:pt x="328791" y="204668"/>
                </a:lnTo>
                <a:cubicBezTo>
                  <a:pt x="331410" y="208657"/>
                  <a:pt x="331887" y="213658"/>
                  <a:pt x="330101" y="218063"/>
                </a:cubicBezTo>
                <a:cubicBezTo>
                  <a:pt x="328315" y="222468"/>
                  <a:pt x="324386" y="225683"/>
                  <a:pt x="319742" y="226576"/>
                </a:cubicBezTo>
                <a:lnTo>
                  <a:pt x="258247" y="238958"/>
                </a:lnTo>
                <a:lnTo>
                  <a:pt x="245864" y="300454"/>
                </a:lnTo>
                <a:cubicBezTo>
                  <a:pt x="244912" y="305098"/>
                  <a:pt x="241697" y="309027"/>
                  <a:pt x="237351" y="310813"/>
                </a:cubicBezTo>
                <a:cubicBezTo>
                  <a:pt x="233005" y="312599"/>
                  <a:pt x="227945" y="312122"/>
                  <a:pt x="223957" y="309503"/>
                </a:cubicBezTo>
                <a:lnTo>
                  <a:pt x="171688" y="274856"/>
                </a:lnTo>
                <a:lnTo>
                  <a:pt x="119420" y="309503"/>
                </a:lnTo>
                <a:cubicBezTo>
                  <a:pt x="115431" y="312122"/>
                  <a:pt x="110430" y="312599"/>
                  <a:pt x="106025" y="310813"/>
                </a:cubicBezTo>
                <a:cubicBezTo>
                  <a:pt x="101620" y="309027"/>
                  <a:pt x="98405" y="305098"/>
                  <a:pt x="97512" y="300454"/>
                </a:cubicBezTo>
                <a:lnTo>
                  <a:pt x="85130" y="238958"/>
                </a:lnTo>
                <a:lnTo>
                  <a:pt x="23634" y="226516"/>
                </a:lnTo>
                <a:cubicBezTo>
                  <a:pt x="18990" y="225564"/>
                  <a:pt x="15061" y="222349"/>
                  <a:pt x="13275" y="218003"/>
                </a:cubicBezTo>
                <a:cubicBezTo>
                  <a:pt x="11490" y="213658"/>
                  <a:pt x="11966" y="208597"/>
                  <a:pt x="14585" y="204609"/>
                </a:cubicBezTo>
                <a:lnTo>
                  <a:pt x="49232" y="152400"/>
                </a:lnTo>
                <a:lnTo>
                  <a:pt x="14585" y="100132"/>
                </a:lnTo>
                <a:cubicBezTo>
                  <a:pt x="11966" y="96143"/>
                  <a:pt x="11490" y="91142"/>
                  <a:pt x="13275" y="86737"/>
                </a:cubicBezTo>
                <a:cubicBezTo>
                  <a:pt x="15061" y="82332"/>
                  <a:pt x="18990" y="79117"/>
                  <a:pt x="23634" y="78224"/>
                </a:cubicBezTo>
                <a:lnTo>
                  <a:pt x="85130" y="65842"/>
                </a:lnTo>
                <a:lnTo>
                  <a:pt x="97572" y="4346"/>
                </a:lnTo>
                <a:cubicBezTo>
                  <a:pt x="98524" y="-298"/>
                  <a:pt x="101739" y="-4227"/>
                  <a:pt x="106085" y="-6013"/>
                </a:cubicBezTo>
                <a:close/>
                <a:moveTo>
                  <a:pt x="123587" y="152400"/>
                </a:moveTo>
                <a:cubicBezTo>
                  <a:pt x="123587" y="135300"/>
                  <a:pt x="132710" y="119499"/>
                  <a:pt x="147518" y="110949"/>
                </a:cubicBezTo>
                <a:cubicBezTo>
                  <a:pt x="162327" y="102399"/>
                  <a:pt x="180573" y="102399"/>
                  <a:pt x="195382" y="110949"/>
                </a:cubicBezTo>
                <a:cubicBezTo>
                  <a:pt x="210190" y="119499"/>
                  <a:pt x="219313" y="135300"/>
                  <a:pt x="219313" y="152400"/>
                </a:cubicBezTo>
                <a:cubicBezTo>
                  <a:pt x="219313" y="178816"/>
                  <a:pt x="197866" y="200263"/>
                  <a:pt x="171450" y="200263"/>
                </a:cubicBezTo>
                <a:cubicBezTo>
                  <a:pt x="145034" y="200263"/>
                  <a:pt x="123587" y="178816"/>
                  <a:pt x="123587" y="152400"/>
                </a:cubicBezTo>
                <a:close/>
                <a:moveTo>
                  <a:pt x="247888" y="152400"/>
                </a:moveTo>
                <a:cubicBezTo>
                  <a:pt x="247888" y="110213"/>
                  <a:pt x="213637" y="75962"/>
                  <a:pt x="171450" y="75962"/>
                </a:cubicBezTo>
                <a:cubicBezTo>
                  <a:pt x="129263" y="75962"/>
                  <a:pt x="95012" y="110213"/>
                  <a:pt x="95012" y="152400"/>
                </a:cubicBezTo>
                <a:cubicBezTo>
                  <a:pt x="95012" y="179709"/>
                  <a:pt x="109581" y="204943"/>
                  <a:pt x="133231" y="218597"/>
                </a:cubicBezTo>
                <a:cubicBezTo>
                  <a:pt x="156881" y="232252"/>
                  <a:pt x="186019" y="232252"/>
                  <a:pt x="209669" y="218597"/>
                </a:cubicBezTo>
                <a:cubicBezTo>
                  <a:pt x="233319" y="204943"/>
                  <a:pt x="247888" y="179709"/>
                  <a:pt x="247888" y="1524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8" name="Text 4"/>
          <p:cNvSpPr/>
          <p:nvPr/>
        </p:nvSpPr>
        <p:spPr>
          <a:xfrm>
            <a:off x="2730620" y="502902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浅色主题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791200" y="35812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179308"/>
                </a:moveTo>
                <a:lnTo>
                  <a:pt x="484108" y="293608"/>
                </a:lnTo>
                <a:cubicBezTo>
                  <a:pt x="473154" y="304562"/>
                  <a:pt x="456843" y="307777"/>
                  <a:pt x="442555" y="301823"/>
                </a:cubicBezTo>
                <a:cubicBezTo>
                  <a:pt x="428268" y="295870"/>
                  <a:pt x="419100" y="282059"/>
                  <a:pt x="419100" y="266700"/>
                </a:cubicBezTo>
                <a:lnTo>
                  <a:pt x="419100" y="190500"/>
                </a:ln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419100" y="114300"/>
                </a:lnTo>
                <a:lnTo>
                  <a:pt x="419100" y="38100"/>
                </a:lnTo>
                <a:cubicBezTo>
                  <a:pt x="419100" y="22741"/>
                  <a:pt x="428387" y="8811"/>
                  <a:pt x="442674" y="2857"/>
                </a:cubicBezTo>
                <a:cubicBezTo>
                  <a:pt x="456962" y="-3096"/>
                  <a:pt x="473273" y="238"/>
                  <a:pt x="484227" y="11073"/>
                </a:cubicBezTo>
                <a:lnTo>
                  <a:pt x="598527" y="125373"/>
                </a:lnTo>
                <a:cubicBezTo>
                  <a:pt x="613410" y="140256"/>
                  <a:pt x="613410" y="164425"/>
                  <a:pt x="598527" y="179308"/>
                </a:cubicBezTo>
                <a:close/>
                <a:moveTo>
                  <a:pt x="125373" y="598408"/>
                </a:moveTo>
                <a:lnTo>
                  <a:pt x="11073" y="484108"/>
                </a:lnTo>
                <a:cubicBezTo>
                  <a:pt x="-3810" y="469225"/>
                  <a:pt x="-3810" y="445056"/>
                  <a:pt x="11073" y="430173"/>
                </a:cubicBezTo>
                <a:lnTo>
                  <a:pt x="125373" y="315873"/>
                </a:lnTo>
                <a:cubicBezTo>
                  <a:pt x="136327" y="304919"/>
                  <a:pt x="152638" y="301704"/>
                  <a:pt x="166926" y="307658"/>
                </a:cubicBezTo>
                <a:cubicBezTo>
                  <a:pt x="181213" y="313611"/>
                  <a:pt x="190500" y="327541"/>
                  <a:pt x="190500" y="342900"/>
                </a:cubicBezTo>
                <a:lnTo>
                  <a:pt x="190500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cubicBezTo>
                  <a:pt x="609600" y="478274"/>
                  <a:pt x="592574" y="495300"/>
                  <a:pt x="571500" y="495300"/>
                </a:cubicBezTo>
                <a:lnTo>
                  <a:pt x="190500" y="495300"/>
                </a:lnTo>
                <a:lnTo>
                  <a:pt x="190500" y="571500"/>
                </a:lnTo>
                <a:cubicBezTo>
                  <a:pt x="190500" y="586859"/>
                  <a:pt x="181213" y="600789"/>
                  <a:pt x="166926" y="606743"/>
                </a:cubicBezTo>
                <a:cubicBezTo>
                  <a:pt x="152638" y="612696"/>
                  <a:pt x="136327" y="609362"/>
                  <a:pt x="125373" y="598527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Shape 6"/>
          <p:cNvSpPr/>
          <p:nvPr/>
        </p:nvSpPr>
        <p:spPr>
          <a:xfrm>
            <a:off x="6883340" y="2136111"/>
            <a:ext cx="4622800" cy="3454400"/>
          </a:xfrm>
          <a:custGeom>
            <a:avLst/>
            <a:gdLst/>
            <a:ahLst/>
            <a:cxnLst/>
            <a:rect l="l" t="t" r="r" b="b"/>
            <a:pathLst>
              <a:path w="4622800" h="3454400">
                <a:moveTo>
                  <a:pt x="101594" y="0"/>
                </a:moveTo>
                <a:lnTo>
                  <a:pt x="4521206" y="0"/>
                </a:lnTo>
                <a:cubicBezTo>
                  <a:pt x="4577315" y="0"/>
                  <a:pt x="4622800" y="45485"/>
                  <a:pt x="4622800" y="101594"/>
                </a:cubicBezTo>
                <a:lnTo>
                  <a:pt x="4622800" y="3352806"/>
                </a:lnTo>
                <a:cubicBezTo>
                  <a:pt x="4622800" y="3408915"/>
                  <a:pt x="4577315" y="3454400"/>
                  <a:pt x="4521206" y="3454400"/>
                </a:cubicBezTo>
                <a:lnTo>
                  <a:pt x="101594" y="3454400"/>
                </a:lnTo>
                <a:cubicBezTo>
                  <a:pt x="45485" y="3454400"/>
                  <a:pt x="0" y="3408915"/>
                  <a:pt x="0" y="3352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3A4F4C"/>
          </a:solidFill>
          <a:ln w="23004">
            <a:solidFill>
              <a:srgbClr val="95B8C0"/>
            </a:solidFill>
            <a:prstDash val="solid"/>
          </a:ln>
        </p:spPr>
      </p:sp>
      <p:pic>
        <p:nvPicPr>
          <p:cNvPr id="11" name="Image 2" descr="https://kimi-web-img.moonshot.cn/img/www.lianggeshipin.com/3df0efae6fe2d20f6b6cbc046610bda2e863a446.jpg">    </p:cNvPr>
          <p:cNvPicPr>
            <a:picLocks noChangeAspect="1"/>
          </p:cNvPicPr>
          <p:nvPr/>
        </p:nvPicPr>
        <p:blipFill>
          <a:blip r:embed="rId3"/>
          <a:srcRect l="8500" r="8500" t="0" b="0"/>
          <a:stretch/>
        </p:blipFill>
        <p:spPr>
          <a:xfrm>
            <a:off x="7109424" y="2362200"/>
            <a:ext cx="4216400" cy="2438400"/>
          </a:xfrm>
          <a:prstGeom prst="roundRect">
            <a:avLst>
              <a:gd name="adj" fmla="val 3125"/>
            </a:avLst>
          </a:prstGeom>
        </p:spPr>
      </p:pic>
      <p:sp>
        <p:nvSpPr>
          <p:cNvPr id="12" name="Shape 7"/>
          <p:cNvSpPr/>
          <p:nvPr/>
        </p:nvSpPr>
        <p:spPr>
          <a:xfrm>
            <a:off x="8483540" y="50496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68223" y="0"/>
                  <a:pt x="0" y="68223"/>
                  <a:pt x="0" y="152400"/>
                </a:cubicBezTo>
                <a:cubicBezTo>
                  <a:pt x="0" y="236577"/>
                  <a:pt x="68223" y="304800"/>
                  <a:pt x="152400" y="304800"/>
                </a:cubicBezTo>
                <a:cubicBezTo>
                  <a:pt x="193358" y="304800"/>
                  <a:pt x="230565" y="288608"/>
                  <a:pt x="257949" y="262295"/>
                </a:cubicBezTo>
                <a:cubicBezTo>
                  <a:pt x="262295" y="258128"/>
                  <a:pt x="263545" y="251639"/>
                  <a:pt x="261104" y="246162"/>
                </a:cubicBezTo>
                <a:cubicBezTo>
                  <a:pt x="258663" y="240685"/>
                  <a:pt x="252948" y="237292"/>
                  <a:pt x="246936" y="237768"/>
                </a:cubicBezTo>
                <a:cubicBezTo>
                  <a:pt x="244019" y="238006"/>
                  <a:pt x="241102" y="238125"/>
                  <a:pt x="238125" y="238125"/>
                </a:cubicBezTo>
                <a:cubicBezTo>
                  <a:pt x="177641" y="238125"/>
                  <a:pt x="128588" y="189071"/>
                  <a:pt x="128588" y="128588"/>
                </a:cubicBezTo>
                <a:cubicBezTo>
                  <a:pt x="128588" y="85665"/>
                  <a:pt x="153293" y="48458"/>
                  <a:pt x="189369" y="30480"/>
                </a:cubicBezTo>
                <a:cubicBezTo>
                  <a:pt x="194786" y="27801"/>
                  <a:pt x="197882" y="21967"/>
                  <a:pt x="197168" y="15954"/>
                </a:cubicBezTo>
                <a:cubicBezTo>
                  <a:pt x="196453" y="9942"/>
                  <a:pt x="192048" y="5060"/>
                  <a:pt x="186154" y="3750"/>
                </a:cubicBezTo>
                <a:cubicBezTo>
                  <a:pt x="175260" y="1310"/>
                  <a:pt x="163949" y="0"/>
                  <a:pt x="152400" y="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3" name="Text 8"/>
          <p:cNvSpPr/>
          <p:nvPr/>
        </p:nvSpPr>
        <p:spPr>
          <a:xfrm>
            <a:off x="8978840" y="502902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深色主题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53940" y="5940902"/>
            <a:ext cx="876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基于CSS变量实现，切换过程在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300毫秒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内完成，视觉平滑，并记忆用户偏好。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数据模型与安全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1245617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核心表结构解析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2159837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8410" y="2473443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1472781" y="2362919"/>
            <a:ext cx="1076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users 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2781" y="2718402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自增BIGINT主键，邮箱用户名双唯一索引，BCrypt哈希密码，支持级联删除。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3940" y="3378318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2223" y="3691923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47625"/>
                </a:moveTo>
                <a:cubicBezTo>
                  <a:pt x="293191" y="47625"/>
                  <a:pt x="357188" y="111621"/>
                  <a:pt x="357188" y="190500"/>
                </a:cubicBezTo>
                <a:cubicBezTo>
                  <a:pt x="357188" y="269379"/>
                  <a:pt x="293191" y="333375"/>
                  <a:pt x="214313" y="333375"/>
                </a:cubicBezTo>
                <a:cubicBezTo>
                  <a:pt x="165795" y="333375"/>
                  <a:pt x="122858" y="309190"/>
                  <a:pt x="97036" y="272132"/>
                </a:cubicBezTo>
                <a:cubicBezTo>
                  <a:pt x="89520" y="261342"/>
                  <a:pt x="74637" y="258738"/>
                  <a:pt x="63847" y="266254"/>
                </a:cubicBezTo>
                <a:cubicBezTo>
                  <a:pt x="53057" y="273769"/>
                  <a:pt x="50453" y="288652"/>
                  <a:pt x="57969" y="299442"/>
                </a:cubicBezTo>
                <a:cubicBezTo>
                  <a:pt x="92348" y="348704"/>
                  <a:pt x="149572" y="381000"/>
                  <a:pt x="214313" y="381000"/>
                </a:cubicBezTo>
                <a:cubicBezTo>
                  <a:pt x="319534" y="381000"/>
                  <a:pt x="404813" y="295721"/>
                  <a:pt x="404813" y="190500"/>
                </a:cubicBezTo>
                <a:cubicBezTo>
                  <a:pt x="404813" y="85279"/>
                  <a:pt x="319534" y="0"/>
                  <a:pt x="214313" y="0"/>
                </a:cubicBezTo>
                <a:cubicBezTo>
                  <a:pt x="150540" y="0"/>
                  <a:pt x="94134" y="31328"/>
                  <a:pt x="59531" y="79400"/>
                </a:cubicBezTo>
                <a:lnTo>
                  <a:pt x="59531" y="59531"/>
                </a:lnTo>
                <a:cubicBezTo>
                  <a:pt x="59531" y="46360"/>
                  <a:pt x="48890" y="35719"/>
                  <a:pt x="35719" y="35719"/>
                </a:cubicBezTo>
                <a:cubicBezTo>
                  <a:pt x="22547" y="35719"/>
                  <a:pt x="11906" y="46360"/>
                  <a:pt x="11906" y="59531"/>
                </a:cubicBezTo>
                <a:lnTo>
                  <a:pt x="11906" y="142875"/>
                </a:lnTo>
                <a:cubicBezTo>
                  <a:pt x="11906" y="156046"/>
                  <a:pt x="22547" y="166688"/>
                  <a:pt x="35719" y="166688"/>
                </a:cubicBezTo>
                <a:lnTo>
                  <a:pt x="54025" y="166688"/>
                </a:lnTo>
                <a:cubicBezTo>
                  <a:pt x="54397" y="166688"/>
                  <a:pt x="54769" y="166688"/>
                  <a:pt x="55141" y="166688"/>
                </a:cubicBezTo>
                <a:lnTo>
                  <a:pt x="119137" y="166688"/>
                </a:lnTo>
                <a:cubicBezTo>
                  <a:pt x="132308" y="166688"/>
                  <a:pt x="142949" y="156046"/>
                  <a:pt x="142949" y="142875"/>
                </a:cubicBezTo>
                <a:cubicBezTo>
                  <a:pt x="142949" y="129704"/>
                  <a:pt x="132308" y="119063"/>
                  <a:pt x="119137" y="119063"/>
                </a:cubicBezTo>
                <a:lnTo>
                  <a:pt x="90636" y="119063"/>
                </a:lnTo>
                <a:cubicBezTo>
                  <a:pt x="115267" y="76349"/>
                  <a:pt x="161479" y="47625"/>
                  <a:pt x="214313" y="47625"/>
                </a:cubicBezTo>
                <a:close/>
                <a:moveTo>
                  <a:pt x="232172" y="113109"/>
                </a:moveTo>
                <a:cubicBezTo>
                  <a:pt x="232172" y="103212"/>
                  <a:pt x="224210" y="95250"/>
                  <a:pt x="214313" y="95250"/>
                </a:cubicBezTo>
                <a:cubicBezTo>
                  <a:pt x="204415" y="95250"/>
                  <a:pt x="196453" y="103212"/>
                  <a:pt x="196453" y="113109"/>
                </a:cubicBezTo>
                <a:lnTo>
                  <a:pt x="196453" y="190500"/>
                </a:lnTo>
                <a:cubicBezTo>
                  <a:pt x="196453" y="195262"/>
                  <a:pt x="198313" y="199802"/>
                  <a:pt x="201662" y="203150"/>
                </a:cubicBezTo>
                <a:lnTo>
                  <a:pt x="255240" y="256729"/>
                </a:lnTo>
                <a:cubicBezTo>
                  <a:pt x="262235" y="263723"/>
                  <a:pt x="273546" y="263723"/>
                  <a:pt x="280467" y="256729"/>
                </a:cubicBezTo>
                <a:cubicBezTo>
                  <a:pt x="287387" y="249734"/>
                  <a:pt x="287462" y="238423"/>
                  <a:pt x="280467" y="231502"/>
                </a:cubicBezTo>
                <a:lnTo>
                  <a:pt x="232097" y="183133"/>
                </a:lnTo>
                <a:lnTo>
                  <a:pt x="232097" y="113109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1472781" y="3581400"/>
            <a:ext cx="1076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chat_histories 表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72781" y="3936882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UUID主键（分布式友好），user_id外键，记录会话标题与创建时间。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3940" y="4596798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52223" y="4910404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85750" y="107156"/>
                </a:moveTo>
                <a:cubicBezTo>
                  <a:pt x="285750" y="179487"/>
                  <a:pt x="221754" y="238125"/>
                  <a:pt x="142875" y="238125"/>
                </a:cubicBezTo>
                <a:cubicBezTo>
                  <a:pt x="123006" y="238125"/>
                  <a:pt x="104105" y="234404"/>
                  <a:pt x="86916" y="227707"/>
                </a:cubicBezTo>
                <a:lnTo>
                  <a:pt x="26194" y="259854"/>
                </a:lnTo>
                <a:cubicBezTo>
                  <a:pt x="19273" y="263500"/>
                  <a:pt x="10790" y="262235"/>
                  <a:pt x="5209" y="256729"/>
                </a:cubicBezTo>
                <a:cubicBezTo>
                  <a:pt x="-372" y="251222"/>
                  <a:pt x="-1637" y="242664"/>
                  <a:pt x="2084" y="235744"/>
                </a:cubicBezTo>
                <a:lnTo>
                  <a:pt x="28575" y="185738"/>
                </a:lnTo>
                <a:cubicBezTo>
                  <a:pt x="10641" y="163860"/>
                  <a:pt x="0" y="136624"/>
                  <a:pt x="0" y="107156"/>
                </a:cubicBezTo>
                <a:cubicBezTo>
                  <a:pt x="0" y="34826"/>
                  <a:pt x="63996" y="-23812"/>
                  <a:pt x="142875" y="-23812"/>
                </a:cubicBezTo>
                <a:cubicBezTo>
                  <a:pt x="221754" y="-23812"/>
                  <a:pt x="285750" y="34826"/>
                  <a:pt x="285750" y="107156"/>
                </a:cubicBezTo>
                <a:close/>
                <a:moveTo>
                  <a:pt x="285750" y="381000"/>
                </a:moveTo>
                <a:cubicBezTo>
                  <a:pt x="215726" y="381000"/>
                  <a:pt x="157460" y="334789"/>
                  <a:pt x="145256" y="273844"/>
                </a:cubicBezTo>
                <a:cubicBezTo>
                  <a:pt x="234553" y="272728"/>
                  <a:pt x="312167" y="209178"/>
                  <a:pt x="320725" y="123006"/>
                </a:cubicBezTo>
                <a:cubicBezTo>
                  <a:pt x="382712" y="137294"/>
                  <a:pt x="428625" y="188714"/>
                  <a:pt x="428625" y="250031"/>
                </a:cubicBezTo>
                <a:cubicBezTo>
                  <a:pt x="428625" y="279499"/>
                  <a:pt x="417984" y="306735"/>
                  <a:pt x="400050" y="328613"/>
                </a:cubicBezTo>
                <a:lnTo>
                  <a:pt x="426541" y="378619"/>
                </a:lnTo>
                <a:cubicBezTo>
                  <a:pt x="430188" y="385539"/>
                  <a:pt x="428923" y="394022"/>
                  <a:pt x="423416" y="399604"/>
                </a:cubicBezTo>
                <a:cubicBezTo>
                  <a:pt x="417909" y="405185"/>
                  <a:pt x="409352" y="406450"/>
                  <a:pt x="402431" y="402729"/>
                </a:cubicBezTo>
                <a:lnTo>
                  <a:pt x="341709" y="370582"/>
                </a:lnTo>
                <a:cubicBezTo>
                  <a:pt x="324520" y="377279"/>
                  <a:pt x="305619" y="381000"/>
                  <a:pt x="285750" y="3810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4" name="Text 11"/>
          <p:cNvSpPr/>
          <p:nvPr/>
        </p:nvSpPr>
        <p:spPr>
          <a:xfrm>
            <a:off x="1472781" y="4799881"/>
            <a:ext cx="1076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chat_messages 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72781" y="5155363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自增ID保证时序，content存UTF8MB4支持emoji，role字段区分消息角色。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121956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JWT 安全认证链路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2032242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无状态认证，保障用户账号与数据安全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69815" y="2890751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0" y="63500"/>
                </a:moveTo>
                <a:cubicBezTo>
                  <a:pt x="0" y="45988"/>
                  <a:pt x="14238" y="31750"/>
                  <a:pt x="31750" y="31750"/>
                </a:cubicBezTo>
                <a:lnTo>
                  <a:pt x="254000" y="31750"/>
                </a:lnTo>
                <a:cubicBezTo>
                  <a:pt x="271512" y="31750"/>
                  <a:pt x="285750" y="45988"/>
                  <a:pt x="285750" y="63500"/>
                </a:cubicBezTo>
                <a:lnTo>
                  <a:pt x="285750" y="95250"/>
                </a:lnTo>
                <a:cubicBezTo>
                  <a:pt x="285750" y="99616"/>
                  <a:pt x="282079" y="103039"/>
                  <a:pt x="277961" y="104477"/>
                </a:cubicBezTo>
                <a:cubicBezTo>
                  <a:pt x="268635" y="107702"/>
                  <a:pt x="261937" y="116582"/>
                  <a:pt x="261937" y="127000"/>
                </a:cubicBezTo>
                <a:cubicBezTo>
                  <a:pt x="261937" y="137418"/>
                  <a:pt x="268635" y="146298"/>
                  <a:pt x="277961" y="149523"/>
                </a:cubicBezTo>
                <a:cubicBezTo>
                  <a:pt x="282079" y="150961"/>
                  <a:pt x="285750" y="154384"/>
                  <a:pt x="285750" y="158750"/>
                </a:cubicBezTo>
                <a:lnTo>
                  <a:pt x="285750" y="190500"/>
                </a:lnTo>
                <a:cubicBezTo>
                  <a:pt x="285750" y="208012"/>
                  <a:pt x="271512" y="222250"/>
                  <a:pt x="254000" y="222250"/>
                </a:cubicBezTo>
                <a:lnTo>
                  <a:pt x="31750" y="222250"/>
                </a:lnTo>
                <a:cubicBezTo>
                  <a:pt x="14238" y="222250"/>
                  <a:pt x="0" y="208012"/>
                  <a:pt x="0" y="190500"/>
                </a:cubicBezTo>
                <a:lnTo>
                  <a:pt x="0" y="158750"/>
                </a:lnTo>
                <a:cubicBezTo>
                  <a:pt x="0" y="154384"/>
                  <a:pt x="3671" y="150961"/>
                  <a:pt x="7789" y="149523"/>
                </a:cubicBezTo>
                <a:cubicBezTo>
                  <a:pt x="17115" y="146298"/>
                  <a:pt x="23812" y="137418"/>
                  <a:pt x="23812" y="127000"/>
                </a:cubicBezTo>
                <a:cubicBezTo>
                  <a:pt x="23812" y="116582"/>
                  <a:pt x="17115" y="107702"/>
                  <a:pt x="7789" y="104477"/>
                </a:cubicBezTo>
                <a:cubicBezTo>
                  <a:pt x="3671" y="103039"/>
                  <a:pt x="0" y="99616"/>
                  <a:pt x="0" y="9525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723720" y="2794062"/>
            <a:ext cx="4965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双令牌颁发：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AccessToken (15min) 与 RefreshToken (7天)，减少数据库查询。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5703" y="370342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8" name="Text 5"/>
          <p:cNvSpPr/>
          <p:nvPr/>
        </p:nvSpPr>
        <p:spPr>
          <a:xfrm>
            <a:off x="783746" y="3606744"/>
            <a:ext cx="4902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网关验签：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通过公钥验证，无需访问认证服务，提升性能。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7500" y="451610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744" y="13692"/>
                </a:moveTo>
                <a:cubicBezTo>
                  <a:pt x="127347" y="11013"/>
                  <a:pt x="125313" y="8830"/>
                  <a:pt x="122634" y="8434"/>
                </a:cubicBezTo>
                <a:cubicBezTo>
                  <a:pt x="111671" y="6896"/>
                  <a:pt x="100509" y="8880"/>
                  <a:pt x="90686" y="14089"/>
                </a:cubicBezTo>
                <a:lnTo>
                  <a:pt x="53975" y="33685"/>
                </a:lnTo>
                <a:cubicBezTo>
                  <a:pt x="44202" y="38894"/>
                  <a:pt x="36314" y="47079"/>
                  <a:pt x="31452" y="57051"/>
                </a:cubicBezTo>
                <a:lnTo>
                  <a:pt x="13246" y="94555"/>
                </a:lnTo>
                <a:cubicBezTo>
                  <a:pt x="8384" y="104527"/>
                  <a:pt x="6796" y="115838"/>
                  <a:pt x="8731" y="126752"/>
                </a:cubicBezTo>
                <a:lnTo>
                  <a:pt x="15925" y="167829"/>
                </a:lnTo>
                <a:cubicBezTo>
                  <a:pt x="17859" y="178792"/>
                  <a:pt x="23168" y="188813"/>
                  <a:pt x="31155" y="196552"/>
                </a:cubicBezTo>
                <a:lnTo>
                  <a:pt x="61069" y="225524"/>
                </a:lnTo>
                <a:cubicBezTo>
                  <a:pt x="69056" y="233263"/>
                  <a:pt x="79226" y="238224"/>
                  <a:pt x="90190" y="239762"/>
                </a:cubicBezTo>
                <a:lnTo>
                  <a:pt x="131366" y="245566"/>
                </a:lnTo>
                <a:cubicBezTo>
                  <a:pt x="142329" y="247104"/>
                  <a:pt x="153491" y="245120"/>
                  <a:pt x="163314" y="239911"/>
                </a:cubicBezTo>
                <a:lnTo>
                  <a:pt x="200025" y="220315"/>
                </a:lnTo>
                <a:cubicBezTo>
                  <a:pt x="209798" y="215106"/>
                  <a:pt x="217686" y="206921"/>
                  <a:pt x="222548" y="196900"/>
                </a:cubicBezTo>
                <a:lnTo>
                  <a:pt x="240754" y="159445"/>
                </a:lnTo>
                <a:cubicBezTo>
                  <a:pt x="245616" y="149473"/>
                  <a:pt x="247204" y="138162"/>
                  <a:pt x="245269" y="127248"/>
                </a:cubicBezTo>
                <a:cubicBezTo>
                  <a:pt x="244822" y="124619"/>
                  <a:pt x="242639" y="122634"/>
                  <a:pt x="240010" y="122238"/>
                </a:cubicBezTo>
                <a:cubicBezTo>
                  <a:pt x="214461" y="118170"/>
                  <a:pt x="193973" y="98871"/>
                  <a:pt x="188168" y="73918"/>
                </a:cubicBezTo>
                <a:cubicBezTo>
                  <a:pt x="187275" y="70148"/>
                  <a:pt x="184200" y="67270"/>
                  <a:pt x="180380" y="66675"/>
                </a:cubicBezTo>
                <a:cubicBezTo>
                  <a:pt x="153293" y="62359"/>
                  <a:pt x="131911" y="40878"/>
                  <a:pt x="127695" y="13692"/>
                </a:cubicBezTo>
                <a:close/>
                <a:moveTo>
                  <a:pt x="103188" y="71438"/>
                </a:moveTo>
                <a:cubicBezTo>
                  <a:pt x="111949" y="71438"/>
                  <a:pt x="119063" y="78551"/>
                  <a:pt x="119063" y="87313"/>
                </a:cubicBezTo>
                <a:cubicBezTo>
                  <a:pt x="119063" y="96074"/>
                  <a:pt x="111949" y="103188"/>
                  <a:pt x="103188" y="103188"/>
                </a:cubicBezTo>
                <a:cubicBezTo>
                  <a:pt x="94426" y="103188"/>
                  <a:pt x="87313" y="96074"/>
                  <a:pt x="87313" y="87313"/>
                </a:cubicBezTo>
                <a:cubicBezTo>
                  <a:pt x="87313" y="78551"/>
                  <a:pt x="94426" y="71438"/>
                  <a:pt x="103188" y="71438"/>
                </a:cubicBezTo>
                <a:close/>
                <a:moveTo>
                  <a:pt x="71438" y="166688"/>
                </a:moveTo>
                <a:cubicBezTo>
                  <a:pt x="71438" y="157926"/>
                  <a:pt x="78551" y="150813"/>
                  <a:pt x="87313" y="150813"/>
                </a:cubicBezTo>
                <a:cubicBezTo>
                  <a:pt x="96074" y="150813"/>
                  <a:pt x="103188" y="157926"/>
                  <a:pt x="103188" y="166688"/>
                </a:cubicBezTo>
                <a:cubicBezTo>
                  <a:pt x="103188" y="175449"/>
                  <a:pt x="96074" y="182563"/>
                  <a:pt x="87313" y="182563"/>
                </a:cubicBezTo>
                <a:cubicBezTo>
                  <a:pt x="78551" y="182563"/>
                  <a:pt x="71438" y="175449"/>
                  <a:pt x="71438" y="166688"/>
                </a:cubicBezTo>
                <a:close/>
                <a:moveTo>
                  <a:pt x="182563" y="134938"/>
                </a:moveTo>
                <a:cubicBezTo>
                  <a:pt x="191324" y="134938"/>
                  <a:pt x="198438" y="142051"/>
                  <a:pt x="198438" y="150813"/>
                </a:cubicBezTo>
                <a:cubicBezTo>
                  <a:pt x="198438" y="159574"/>
                  <a:pt x="191324" y="166688"/>
                  <a:pt x="182563" y="166688"/>
                </a:cubicBezTo>
                <a:cubicBezTo>
                  <a:pt x="173801" y="166688"/>
                  <a:pt x="166688" y="159574"/>
                  <a:pt x="166688" y="150813"/>
                </a:cubicBezTo>
                <a:cubicBezTo>
                  <a:pt x="166688" y="142051"/>
                  <a:pt x="173801" y="134938"/>
                  <a:pt x="182563" y="134938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787340" y="4419420"/>
            <a:ext cx="4902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HttpOnly Cookie：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存储RefreshToken，防止XSS攻击。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0080" y="53287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0527" y="135434"/>
                </a:moveTo>
                <a:cubicBezTo>
                  <a:pt x="255191" y="130770"/>
                  <a:pt x="255191" y="123230"/>
                  <a:pt x="250527" y="118616"/>
                </a:cubicBezTo>
                <a:lnTo>
                  <a:pt x="179090" y="47129"/>
                </a:lnTo>
                <a:cubicBezTo>
                  <a:pt x="175667" y="43706"/>
                  <a:pt x="170557" y="42714"/>
                  <a:pt x="166092" y="44549"/>
                </a:cubicBezTo>
                <a:cubicBezTo>
                  <a:pt x="161627" y="46385"/>
                  <a:pt x="158750" y="50750"/>
                  <a:pt x="158750" y="55563"/>
                </a:cubicBezTo>
                <a:lnTo>
                  <a:pt x="158750" y="95250"/>
                </a:lnTo>
                <a:lnTo>
                  <a:pt x="103188" y="95250"/>
                </a:lnTo>
                <a:cubicBezTo>
                  <a:pt x="90041" y="95250"/>
                  <a:pt x="79375" y="105916"/>
                  <a:pt x="79375" y="119063"/>
                </a:cubicBezTo>
                <a:lnTo>
                  <a:pt x="79375" y="134938"/>
                </a:lnTo>
                <a:cubicBezTo>
                  <a:pt x="79375" y="148084"/>
                  <a:pt x="90041" y="158750"/>
                  <a:pt x="103188" y="158750"/>
                </a:cubicBezTo>
                <a:lnTo>
                  <a:pt x="158750" y="158750"/>
                </a:lnTo>
                <a:lnTo>
                  <a:pt x="158750" y="198438"/>
                </a:lnTo>
                <a:cubicBezTo>
                  <a:pt x="158750" y="203250"/>
                  <a:pt x="161627" y="207615"/>
                  <a:pt x="166092" y="209451"/>
                </a:cubicBezTo>
                <a:cubicBezTo>
                  <a:pt x="170557" y="211286"/>
                  <a:pt x="175667" y="210294"/>
                  <a:pt x="179090" y="206871"/>
                </a:cubicBezTo>
                <a:lnTo>
                  <a:pt x="250527" y="135434"/>
                </a:lnTo>
                <a:close/>
                <a:moveTo>
                  <a:pt x="79375" y="47625"/>
                </a:moveTo>
                <a:cubicBezTo>
                  <a:pt x="88156" y="47625"/>
                  <a:pt x="95250" y="40531"/>
                  <a:pt x="95250" y="31750"/>
                </a:cubicBezTo>
                <a:cubicBezTo>
                  <a:pt x="95250" y="22969"/>
                  <a:pt x="88156" y="15875"/>
                  <a:pt x="79375" y="15875"/>
                </a:cubicBezTo>
                <a:lnTo>
                  <a:pt x="47625" y="15875"/>
                </a:lnTo>
                <a:cubicBezTo>
                  <a:pt x="21332" y="15875"/>
                  <a:pt x="0" y="37207"/>
                  <a:pt x="0" y="63500"/>
                </a:cubicBezTo>
                <a:lnTo>
                  <a:pt x="0" y="190500"/>
                </a:lnTo>
                <a:cubicBezTo>
                  <a:pt x="0" y="216793"/>
                  <a:pt x="21332" y="238125"/>
                  <a:pt x="47625" y="238125"/>
                </a:cubicBezTo>
                <a:lnTo>
                  <a:pt x="79375" y="238125"/>
                </a:lnTo>
                <a:cubicBezTo>
                  <a:pt x="88156" y="238125"/>
                  <a:pt x="95250" y="231031"/>
                  <a:pt x="95250" y="222250"/>
                </a:cubicBezTo>
                <a:cubicBezTo>
                  <a:pt x="95250" y="213469"/>
                  <a:pt x="88156" y="206375"/>
                  <a:pt x="79375" y="206375"/>
                </a:cubicBezTo>
                <a:lnTo>
                  <a:pt x="47625" y="206375"/>
                </a:lnTo>
                <a:cubicBezTo>
                  <a:pt x="38844" y="206375"/>
                  <a:pt x="31750" y="199281"/>
                  <a:pt x="31750" y="190500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lnTo>
                  <a:pt x="79375" y="47625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2" name="Text 9"/>
          <p:cNvSpPr/>
          <p:nvPr/>
        </p:nvSpPr>
        <p:spPr>
          <a:xfrm>
            <a:off x="812680" y="523210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令牌撤销：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提供远程踢出功能，保障账号安全。</a:t>
            </a:r>
            <a:endParaRPr lang="en-US" sz="1600" dirty="0"/>
          </a:p>
        </p:txBody>
      </p:sp>
      <p:pic>
        <p:nvPicPr>
          <p:cNvPr id="13" name="Image 1" descr="https://kimi-web-img.moonshot.cn/img/img14.360buyimg.com/5721986e88395643c4c54b305fc214b7667ae64f.png">    </p:cNvPr>
          <p:cNvPicPr>
            <a:picLocks noChangeAspect="1"/>
          </p:cNvPicPr>
          <p:nvPr/>
        </p:nvPicPr>
        <p:blipFill>
          <a:blip r:embed="rId2"/>
          <a:srcRect l="14059" r="14059" t="0" b="0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32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pic>
        <p:nvPicPr>
          <p:cNvPr id="3" name="Image 1" descr="https://kimi-web-img.moonshot.cn/img/www.publicdomainpictures.net/8764d5fc117d8ca297c0f7f4f0eadd0c9d77672a.jpg">    </p:cNvPr>
          <p:cNvPicPr>
            <a:picLocks noChangeAspect="1"/>
          </p:cNvPicPr>
          <p:nvPr/>
        </p:nvPicPr>
        <p:blipFill>
          <a:blip r:embed="rId2"/>
          <a:srcRect l="11244" r="11244" t="0" b="0"/>
          <a:stretch/>
        </p:blipFill>
        <p:spPr>
          <a:xfrm>
            <a:off x="253940" y="1047750"/>
            <a:ext cx="5537200" cy="4762500"/>
          </a:xfrm>
          <a:prstGeom prst="roundRect">
            <a:avLst>
              <a:gd name="adj" fmla="val 3200"/>
            </a:avLst>
          </a:prstGeom>
        </p:spPr>
      </p:pic>
      <p:sp>
        <p:nvSpPr>
          <p:cNvPr id="4" name="Text 0"/>
          <p:cNvSpPr/>
          <p:nvPr/>
        </p:nvSpPr>
        <p:spPr>
          <a:xfrm>
            <a:off x="6096000" y="1067519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内容合规与敏感词过滤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096000" y="1880195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守护内容安全，规避平台违规风险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096000" y="2642015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248400" y="2794415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动态敏感词库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48400" y="3149898"/>
            <a:ext cx="604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包含广告法禁用词、平台违规词、政治敏感词三类，每日异步更新。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096000" y="3759138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248400" y="3911538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DFA算法过滤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48400" y="4267020"/>
            <a:ext cx="604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多模式匹配，模型生成后过滤，命中则提示用户手动修改。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96000" y="4876260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48400" y="5028660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可插拔设计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48400" y="5384136"/>
            <a:ext cx="604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记录审计日志，并为接入官方审核API预留扩展点。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性能与优化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1321637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前端性能削减策略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2235857"/>
            <a:ext cx="5638800" cy="1016000"/>
          </a:xfrm>
          <a:custGeom>
            <a:avLst/>
            <a:gdLst/>
            <a:ahLst/>
            <a:cxnLst/>
            <a:rect l="l" t="t" r="r" b="b"/>
            <a:pathLst>
              <a:path w="5638800" h="1016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914400"/>
                </a:lnTo>
                <a:cubicBezTo>
                  <a:pt x="5638800" y="970475"/>
                  <a:pt x="5593275" y="1016000"/>
                  <a:pt x="55372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98308" y="254946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59531" y="77391"/>
                </a:moveTo>
                <a:cubicBezTo>
                  <a:pt x="69388" y="77391"/>
                  <a:pt x="77391" y="69388"/>
                  <a:pt x="77391" y="59531"/>
                </a:cubicBezTo>
                <a:cubicBezTo>
                  <a:pt x="77391" y="49674"/>
                  <a:pt x="69388" y="41672"/>
                  <a:pt x="59531" y="41672"/>
                </a:cubicBezTo>
                <a:cubicBezTo>
                  <a:pt x="49674" y="41672"/>
                  <a:pt x="41672" y="49674"/>
                  <a:pt x="41672" y="59531"/>
                </a:cubicBezTo>
                <a:cubicBezTo>
                  <a:pt x="41672" y="69388"/>
                  <a:pt x="49674" y="77391"/>
                  <a:pt x="59531" y="77391"/>
                </a:cubicBezTo>
                <a:close/>
                <a:moveTo>
                  <a:pt x="119063" y="59531"/>
                </a:moveTo>
                <a:cubicBezTo>
                  <a:pt x="119063" y="83939"/>
                  <a:pt x="104403" y="104924"/>
                  <a:pt x="83344" y="114077"/>
                </a:cubicBezTo>
                <a:lnTo>
                  <a:pt x="83344" y="166688"/>
                </a:lnTo>
                <a:lnTo>
                  <a:pt x="214313" y="166688"/>
                </a:lnTo>
                <a:cubicBezTo>
                  <a:pt x="234032" y="166688"/>
                  <a:pt x="250031" y="150688"/>
                  <a:pt x="250031" y="130969"/>
                </a:cubicBezTo>
                <a:lnTo>
                  <a:pt x="250031" y="114077"/>
                </a:lnTo>
                <a:cubicBezTo>
                  <a:pt x="228972" y="104924"/>
                  <a:pt x="214313" y="83939"/>
                  <a:pt x="214313" y="59531"/>
                </a:cubicBezTo>
                <a:cubicBezTo>
                  <a:pt x="214313" y="26640"/>
                  <a:pt x="240953" y="0"/>
                  <a:pt x="273844" y="0"/>
                </a:cubicBezTo>
                <a:cubicBezTo>
                  <a:pt x="306735" y="0"/>
                  <a:pt x="333375" y="26640"/>
                  <a:pt x="333375" y="59531"/>
                </a:cubicBezTo>
                <a:cubicBezTo>
                  <a:pt x="333375" y="83939"/>
                  <a:pt x="318715" y="104924"/>
                  <a:pt x="297656" y="114077"/>
                </a:cubicBezTo>
                <a:lnTo>
                  <a:pt x="297656" y="130969"/>
                </a:lnTo>
                <a:cubicBezTo>
                  <a:pt x="297656" y="177031"/>
                  <a:pt x="260375" y="214313"/>
                  <a:pt x="214313" y="214313"/>
                </a:cubicBezTo>
                <a:lnTo>
                  <a:pt x="83344" y="214313"/>
                </a:lnTo>
                <a:lnTo>
                  <a:pt x="83344" y="266923"/>
                </a:lnTo>
                <a:cubicBezTo>
                  <a:pt x="104403" y="276076"/>
                  <a:pt x="119063" y="297061"/>
                  <a:pt x="119063" y="321469"/>
                </a:cubicBezTo>
                <a:cubicBezTo>
                  <a:pt x="119063" y="354360"/>
                  <a:pt x="92422" y="381000"/>
                  <a:pt x="59531" y="381000"/>
                </a:cubicBezTo>
                <a:cubicBezTo>
                  <a:pt x="26640" y="381000"/>
                  <a:pt x="0" y="354360"/>
                  <a:pt x="0" y="321469"/>
                </a:cubicBezTo>
                <a:cubicBezTo>
                  <a:pt x="0" y="297061"/>
                  <a:pt x="14660" y="276076"/>
                  <a:pt x="35719" y="266923"/>
                </a:cubicBezTo>
                <a:lnTo>
                  <a:pt x="35719" y="114151"/>
                </a:lnTo>
                <a:cubicBezTo>
                  <a:pt x="14660" y="104924"/>
                  <a:pt x="0" y="83939"/>
                  <a:pt x="0" y="59531"/>
                </a:cubicBezTo>
                <a:cubicBezTo>
                  <a:pt x="0" y="26640"/>
                  <a:pt x="26640" y="0"/>
                  <a:pt x="59531" y="0"/>
                </a:cubicBezTo>
                <a:cubicBezTo>
                  <a:pt x="92422" y="0"/>
                  <a:pt x="119063" y="26640"/>
                  <a:pt x="119063" y="59531"/>
                </a:cubicBezTo>
                <a:close/>
                <a:moveTo>
                  <a:pt x="291703" y="59531"/>
                </a:moveTo>
                <a:cubicBezTo>
                  <a:pt x="291703" y="49674"/>
                  <a:pt x="283701" y="41672"/>
                  <a:pt x="273844" y="41672"/>
                </a:cubicBezTo>
                <a:cubicBezTo>
                  <a:pt x="263987" y="41672"/>
                  <a:pt x="255984" y="49674"/>
                  <a:pt x="255984" y="59531"/>
                </a:cubicBezTo>
                <a:cubicBezTo>
                  <a:pt x="255984" y="69388"/>
                  <a:pt x="263987" y="77391"/>
                  <a:pt x="273844" y="77391"/>
                </a:cubicBezTo>
                <a:cubicBezTo>
                  <a:pt x="283701" y="77391"/>
                  <a:pt x="291703" y="69388"/>
                  <a:pt x="291703" y="59531"/>
                </a:cubicBezTo>
                <a:close/>
                <a:moveTo>
                  <a:pt x="59531" y="339328"/>
                </a:moveTo>
                <a:cubicBezTo>
                  <a:pt x="69388" y="339328"/>
                  <a:pt x="77391" y="331326"/>
                  <a:pt x="77391" y="321469"/>
                </a:cubicBezTo>
                <a:cubicBezTo>
                  <a:pt x="77391" y="311612"/>
                  <a:pt x="69388" y="303609"/>
                  <a:pt x="59531" y="303609"/>
                </a:cubicBezTo>
                <a:cubicBezTo>
                  <a:pt x="49674" y="303609"/>
                  <a:pt x="41672" y="311612"/>
                  <a:pt x="41672" y="321469"/>
                </a:cubicBezTo>
                <a:cubicBezTo>
                  <a:pt x="41672" y="331326"/>
                  <a:pt x="49674" y="339328"/>
                  <a:pt x="59531" y="339328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1269701" y="2438940"/>
            <a:ext cx="347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组件级懒加载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69701" y="2794422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React.lazy分割，减少初始包120KB。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99080" y="2235857"/>
            <a:ext cx="5638800" cy="1016000"/>
          </a:xfrm>
          <a:custGeom>
            <a:avLst/>
            <a:gdLst/>
            <a:ahLst/>
            <a:cxnLst/>
            <a:rect l="l" t="t" r="r" b="b"/>
            <a:pathLst>
              <a:path w="5638800" h="1016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914400"/>
                </a:lnTo>
                <a:cubicBezTo>
                  <a:pt x="5638800" y="970475"/>
                  <a:pt x="5593275" y="1016000"/>
                  <a:pt x="55372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9635" y="25494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190500" y="309563"/>
                </a:moveTo>
                <a:cubicBezTo>
                  <a:pt x="216768" y="309563"/>
                  <a:pt x="238125" y="288206"/>
                  <a:pt x="238125" y="261938"/>
                </a:cubicBezTo>
                <a:cubicBezTo>
                  <a:pt x="238125" y="249882"/>
                  <a:pt x="233660" y="238795"/>
                  <a:pt x="226219" y="230460"/>
                </a:cubicBezTo>
                <a:lnTo>
                  <a:pt x="277937" y="127099"/>
                </a:lnTo>
                <a:cubicBezTo>
                  <a:pt x="282327" y="118244"/>
                  <a:pt x="278755" y="107528"/>
                  <a:pt x="269974" y="103138"/>
                </a:cubicBezTo>
                <a:cubicBezTo>
                  <a:pt x="261193" y="98747"/>
                  <a:pt x="250403" y="102319"/>
                  <a:pt x="246013" y="111100"/>
                </a:cubicBezTo>
                <a:lnTo>
                  <a:pt x="194295" y="214461"/>
                </a:lnTo>
                <a:cubicBezTo>
                  <a:pt x="193030" y="214387"/>
                  <a:pt x="191765" y="214313"/>
                  <a:pt x="190500" y="214313"/>
                </a:cubicBezTo>
                <a:cubicBezTo>
                  <a:pt x="164232" y="214313"/>
                  <a:pt x="142875" y="235669"/>
                  <a:pt x="142875" y="261938"/>
                </a:cubicBezTo>
                <a:cubicBezTo>
                  <a:pt x="142875" y="288206"/>
                  <a:pt x="164232" y="309563"/>
                  <a:pt x="190500" y="309563"/>
                </a:cubicBezTo>
                <a:close/>
                <a:moveTo>
                  <a:pt x="130969" y="107156"/>
                </a:moveTo>
                <a:cubicBezTo>
                  <a:pt x="130969" y="94014"/>
                  <a:pt x="120299" y="83344"/>
                  <a:pt x="107156" y="83344"/>
                </a:cubicBezTo>
                <a:cubicBezTo>
                  <a:pt x="94014" y="83344"/>
                  <a:pt x="83344" y="94014"/>
                  <a:pt x="83344" y="107156"/>
                </a:cubicBezTo>
                <a:cubicBezTo>
                  <a:pt x="83344" y="120299"/>
                  <a:pt x="94014" y="130969"/>
                  <a:pt x="107156" y="130969"/>
                </a:cubicBezTo>
                <a:cubicBezTo>
                  <a:pt x="120299" y="130969"/>
                  <a:pt x="130969" y="120299"/>
                  <a:pt x="130969" y="107156"/>
                </a:cubicBezTo>
                <a:close/>
                <a:moveTo>
                  <a:pt x="71438" y="214313"/>
                </a:moveTo>
                <a:cubicBezTo>
                  <a:pt x="84580" y="214313"/>
                  <a:pt x="95250" y="203642"/>
                  <a:pt x="95250" y="190500"/>
                </a:cubicBezTo>
                <a:cubicBezTo>
                  <a:pt x="95250" y="177358"/>
                  <a:pt x="84580" y="166688"/>
                  <a:pt x="71438" y="166688"/>
                </a:cubicBezTo>
                <a:cubicBezTo>
                  <a:pt x="58295" y="166688"/>
                  <a:pt x="47625" y="177358"/>
                  <a:pt x="47625" y="190500"/>
                </a:cubicBezTo>
                <a:cubicBezTo>
                  <a:pt x="47625" y="203642"/>
                  <a:pt x="58295" y="214313"/>
                  <a:pt x="71438" y="214313"/>
                </a:cubicBezTo>
                <a:close/>
                <a:moveTo>
                  <a:pt x="333375" y="190500"/>
                </a:moveTo>
                <a:cubicBezTo>
                  <a:pt x="333375" y="177358"/>
                  <a:pt x="322705" y="166688"/>
                  <a:pt x="309563" y="166688"/>
                </a:cubicBezTo>
                <a:cubicBezTo>
                  <a:pt x="296420" y="166688"/>
                  <a:pt x="285750" y="177358"/>
                  <a:pt x="285750" y="190500"/>
                </a:cubicBezTo>
                <a:cubicBezTo>
                  <a:pt x="285750" y="203642"/>
                  <a:pt x="296420" y="214313"/>
                  <a:pt x="309563" y="214313"/>
                </a:cubicBezTo>
                <a:cubicBezTo>
                  <a:pt x="322705" y="214313"/>
                  <a:pt x="333375" y="203642"/>
                  <a:pt x="333375" y="1905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7314840" y="2438940"/>
            <a:ext cx="349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高频输入防抖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4840" y="2794422"/>
            <a:ext cx="349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500ms防抖，有效降低API调用次数。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3940" y="3556062"/>
            <a:ext cx="5638800" cy="1016000"/>
          </a:xfrm>
          <a:custGeom>
            <a:avLst/>
            <a:gdLst/>
            <a:ahLst/>
            <a:cxnLst/>
            <a:rect l="l" t="t" r="r" b="b"/>
            <a:pathLst>
              <a:path w="5638800" h="1016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914400"/>
                </a:lnTo>
                <a:cubicBezTo>
                  <a:pt x="5638800" y="970475"/>
                  <a:pt x="5593275" y="1016000"/>
                  <a:pt x="55372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74495" y="386966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9328" y="166688"/>
                </a:moveTo>
                <a:lnTo>
                  <a:pt x="232172" y="166688"/>
                </a:lnTo>
                <a:cubicBezTo>
                  <a:pt x="222275" y="166688"/>
                  <a:pt x="214313" y="158725"/>
                  <a:pt x="214313" y="148828"/>
                </a:cubicBezTo>
                <a:lnTo>
                  <a:pt x="214313" y="41672"/>
                </a:lnTo>
                <a:cubicBezTo>
                  <a:pt x="214313" y="34454"/>
                  <a:pt x="218629" y="27905"/>
                  <a:pt x="225326" y="25152"/>
                </a:cubicBezTo>
                <a:cubicBezTo>
                  <a:pt x="232023" y="22399"/>
                  <a:pt x="239688" y="23961"/>
                  <a:pt x="244822" y="29021"/>
                </a:cubicBezTo>
                <a:lnTo>
                  <a:pt x="274588" y="58787"/>
                </a:lnTo>
                <a:lnTo>
                  <a:pt x="329208" y="4167"/>
                </a:lnTo>
                <a:cubicBezTo>
                  <a:pt x="331887" y="1488"/>
                  <a:pt x="335533" y="0"/>
                  <a:pt x="339328" y="0"/>
                </a:cubicBezTo>
                <a:cubicBezTo>
                  <a:pt x="343123" y="0"/>
                  <a:pt x="346770" y="1488"/>
                  <a:pt x="349523" y="4242"/>
                </a:cubicBezTo>
                <a:lnTo>
                  <a:pt x="376833" y="31552"/>
                </a:lnTo>
                <a:cubicBezTo>
                  <a:pt x="379512" y="34230"/>
                  <a:pt x="381000" y="37877"/>
                  <a:pt x="381000" y="41672"/>
                </a:cubicBezTo>
                <a:cubicBezTo>
                  <a:pt x="381000" y="45467"/>
                  <a:pt x="379512" y="49113"/>
                  <a:pt x="376758" y="51867"/>
                </a:cubicBezTo>
                <a:lnTo>
                  <a:pt x="322213" y="106412"/>
                </a:lnTo>
                <a:lnTo>
                  <a:pt x="351979" y="136178"/>
                </a:lnTo>
                <a:cubicBezTo>
                  <a:pt x="357113" y="141312"/>
                  <a:pt x="358601" y="148977"/>
                  <a:pt x="355848" y="155674"/>
                </a:cubicBezTo>
                <a:cubicBezTo>
                  <a:pt x="353095" y="162371"/>
                  <a:pt x="346546" y="166688"/>
                  <a:pt x="339328" y="166688"/>
                </a:cubicBezTo>
                <a:close/>
                <a:moveTo>
                  <a:pt x="339328" y="214313"/>
                </a:moveTo>
                <a:cubicBezTo>
                  <a:pt x="346546" y="214313"/>
                  <a:pt x="353095" y="218629"/>
                  <a:pt x="355848" y="225326"/>
                </a:cubicBezTo>
                <a:cubicBezTo>
                  <a:pt x="358601" y="232023"/>
                  <a:pt x="357113" y="239688"/>
                  <a:pt x="351979" y="244822"/>
                </a:cubicBezTo>
                <a:lnTo>
                  <a:pt x="322213" y="274588"/>
                </a:lnTo>
                <a:lnTo>
                  <a:pt x="376833" y="329208"/>
                </a:lnTo>
                <a:cubicBezTo>
                  <a:pt x="379512" y="331887"/>
                  <a:pt x="381074" y="335533"/>
                  <a:pt x="381074" y="339403"/>
                </a:cubicBezTo>
                <a:cubicBezTo>
                  <a:pt x="381074" y="343272"/>
                  <a:pt x="379586" y="346844"/>
                  <a:pt x="376833" y="349597"/>
                </a:cubicBezTo>
                <a:lnTo>
                  <a:pt x="349523" y="376907"/>
                </a:lnTo>
                <a:cubicBezTo>
                  <a:pt x="346770" y="379512"/>
                  <a:pt x="343123" y="381000"/>
                  <a:pt x="339328" y="381000"/>
                </a:cubicBezTo>
                <a:cubicBezTo>
                  <a:pt x="335533" y="381000"/>
                  <a:pt x="331887" y="379512"/>
                  <a:pt x="329133" y="376758"/>
                </a:cubicBezTo>
                <a:lnTo>
                  <a:pt x="274588" y="322213"/>
                </a:lnTo>
                <a:lnTo>
                  <a:pt x="244822" y="351979"/>
                </a:lnTo>
                <a:cubicBezTo>
                  <a:pt x="239688" y="357113"/>
                  <a:pt x="232023" y="358601"/>
                  <a:pt x="225326" y="355848"/>
                </a:cubicBezTo>
                <a:cubicBezTo>
                  <a:pt x="218629" y="353095"/>
                  <a:pt x="214313" y="346546"/>
                  <a:pt x="214313" y="339328"/>
                </a:cubicBezTo>
                <a:lnTo>
                  <a:pt x="214313" y="232172"/>
                </a:lnTo>
                <a:cubicBezTo>
                  <a:pt x="214313" y="222275"/>
                  <a:pt x="222275" y="214313"/>
                  <a:pt x="232172" y="214313"/>
                </a:cubicBezTo>
                <a:lnTo>
                  <a:pt x="339328" y="214313"/>
                </a:lnTo>
                <a:close/>
                <a:moveTo>
                  <a:pt x="148828" y="214313"/>
                </a:moveTo>
                <a:cubicBezTo>
                  <a:pt x="158725" y="214313"/>
                  <a:pt x="166688" y="222275"/>
                  <a:pt x="166688" y="232172"/>
                </a:cubicBezTo>
                <a:lnTo>
                  <a:pt x="166688" y="339328"/>
                </a:lnTo>
                <a:cubicBezTo>
                  <a:pt x="166688" y="346546"/>
                  <a:pt x="162371" y="353095"/>
                  <a:pt x="155674" y="355848"/>
                </a:cubicBezTo>
                <a:cubicBezTo>
                  <a:pt x="148977" y="358601"/>
                  <a:pt x="141312" y="357113"/>
                  <a:pt x="136178" y="351979"/>
                </a:cubicBezTo>
                <a:lnTo>
                  <a:pt x="106412" y="322213"/>
                </a:lnTo>
                <a:lnTo>
                  <a:pt x="51792" y="376833"/>
                </a:lnTo>
                <a:cubicBezTo>
                  <a:pt x="49113" y="379512"/>
                  <a:pt x="45467" y="381000"/>
                  <a:pt x="41672" y="381000"/>
                </a:cubicBezTo>
                <a:cubicBezTo>
                  <a:pt x="37877" y="381000"/>
                  <a:pt x="34230" y="379512"/>
                  <a:pt x="31477" y="376758"/>
                </a:cubicBezTo>
                <a:lnTo>
                  <a:pt x="4242" y="349523"/>
                </a:lnTo>
                <a:cubicBezTo>
                  <a:pt x="1488" y="346770"/>
                  <a:pt x="0" y="343123"/>
                  <a:pt x="0" y="339328"/>
                </a:cubicBezTo>
                <a:cubicBezTo>
                  <a:pt x="0" y="335533"/>
                  <a:pt x="1488" y="331887"/>
                  <a:pt x="4242" y="329133"/>
                </a:cubicBezTo>
                <a:lnTo>
                  <a:pt x="58787" y="274588"/>
                </a:lnTo>
                <a:lnTo>
                  <a:pt x="29021" y="244822"/>
                </a:lnTo>
                <a:cubicBezTo>
                  <a:pt x="23887" y="239688"/>
                  <a:pt x="22399" y="232023"/>
                  <a:pt x="25152" y="225326"/>
                </a:cubicBezTo>
                <a:cubicBezTo>
                  <a:pt x="27905" y="218629"/>
                  <a:pt x="34454" y="214313"/>
                  <a:pt x="41672" y="214313"/>
                </a:cubicBezTo>
                <a:lnTo>
                  <a:pt x="148828" y="214313"/>
                </a:lnTo>
                <a:close/>
                <a:moveTo>
                  <a:pt x="41672" y="166688"/>
                </a:moveTo>
                <a:cubicBezTo>
                  <a:pt x="34454" y="166688"/>
                  <a:pt x="27905" y="162371"/>
                  <a:pt x="25152" y="155674"/>
                </a:cubicBezTo>
                <a:cubicBezTo>
                  <a:pt x="22399" y="148977"/>
                  <a:pt x="23961" y="141312"/>
                  <a:pt x="29021" y="136178"/>
                </a:cubicBezTo>
                <a:lnTo>
                  <a:pt x="58787" y="106412"/>
                </a:lnTo>
                <a:lnTo>
                  <a:pt x="4242" y="51867"/>
                </a:lnTo>
                <a:cubicBezTo>
                  <a:pt x="1488" y="49113"/>
                  <a:pt x="0" y="45467"/>
                  <a:pt x="0" y="41672"/>
                </a:cubicBezTo>
                <a:cubicBezTo>
                  <a:pt x="0" y="37877"/>
                  <a:pt x="1488" y="34230"/>
                  <a:pt x="4242" y="31477"/>
                </a:cubicBezTo>
                <a:lnTo>
                  <a:pt x="31477" y="4242"/>
                </a:lnTo>
                <a:cubicBezTo>
                  <a:pt x="34230" y="1488"/>
                  <a:pt x="37877" y="0"/>
                  <a:pt x="41672" y="0"/>
                </a:cubicBezTo>
                <a:cubicBezTo>
                  <a:pt x="45467" y="0"/>
                  <a:pt x="49113" y="1488"/>
                  <a:pt x="51867" y="4242"/>
                </a:cubicBezTo>
                <a:lnTo>
                  <a:pt x="106412" y="58787"/>
                </a:lnTo>
                <a:lnTo>
                  <a:pt x="136178" y="29021"/>
                </a:lnTo>
                <a:cubicBezTo>
                  <a:pt x="141312" y="23887"/>
                  <a:pt x="148977" y="22399"/>
                  <a:pt x="155674" y="25152"/>
                </a:cubicBezTo>
                <a:cubicBezTo>
                  <a:pt x="162371" y="27905"/>
                  <a:pt x="166688" y="34454"/>
                  <a:pt x="166688" y="41672"/>
                </a:cubicBezTo>
                <a:lnTo>
                  <a:pt x="166688" y="148828"/>
                </a:lnTo>
                <a:cubicBezTo>
                  <a:pt x="166688" y="158725"/>
                  <a:pt x="158725" y="166688"/>
                  <a:pt x="148828" y="166688"/>
                </a:cubicBezTo>
                <a:lnTo>
                  <a:pt x="41672" y="166688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4" name="Text 11"/>
          <p:cNvSpPr/>
          <p:nvPr/>
        </p:nvSpPr>
        <p:spPr>
          <a:xfrm>
            <a:off x="1269701" y="3759138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心跳包压缩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69701" y="411462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WebSocket心跳包压缩至4字节，节省流量。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99080" y="3556062"/>
            <a:ext cx="5638800" cy="1016000"/>
          </a:xfrm>
          <a:custGeom>
            <a:avLst/>
            <a:gdLst/>
            <a:ahLst/>
            <a:cxnLst/>
            <a:rect l="l" t="t" r="r" b="b"/>
            <a:pathLst>
              <a:path w="5638800" h="1016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914400"/>
                </a:lnTo>
                <a:cubicBezTo>
                  <a:pt x="5638800" y="970475"/>
                  <a:pt x="5593275" y="1016000"/>
                  <a:pt x="55372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595823" y="3869668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21630" y="40630"/>
                </a:moveTo>
                <a:cubicBezTo>
                  <a:pt x="430932" y="31328"/>
                  <a:pt x="430932" y="16222"/>
                  <a:pt x="421630" y="6921"/>
                </a:cubicBezTo>
                <a:cubicBezTo>
                  <a:pt x="412328" y="-2381"/>
                  <a:pt x="397222" y="-2381"/>
                  <a:pt x="387921" y="6921"/>
                </a:cubicBezTo>
                <a:lnTo>
                  <a:pt x="245046" y="149796"/>
                </a:lnTo>
                <a:lnTo>
                  <a:pt x="219224" y="123974"/>
                </a:lnTo>
                <a:cubicBezTo>
                  <a:pt x="216098" y="120848"/>
                  <a:pt x="211782" y="119063"/>
                  <a:pt x="207318" y="119063"/>
                </a:cubicBezTo>
                <a:cubicBezTo>
                  <a:pt x="198016" y="119063"/>
                  <a:pt x="190500" y="126578"/>
                  <a:pt x="190500" y="135880"/>
                </a:cubicBezTo>
                <a:lnTo>
                  <a:pt x="190500" y="157535"/>
                </a:lnTo>
                <a:lnTo>
                  <a:pt x="271090" y="238125"/>
                </a:lnTo>
                <a:lnTo>
                  <a:pt x="292745" y="238125"/>
                </a:lnTo>
                <a:cubicBezTo>
                  <a:pt x="302047" y="238125"/>
                  <a:pt x="309563" y="230609"/>
                  <a:pt x="309563" y="221307"/>
                </a:cubicBezTo>
                <a:cubicBezTo>
                  <a:pt x="309563" y="216843"/>
                  <a:pt x="307777" y="212527"/>
                  <a:pt x="304651" y="209401"/>
                </a:cubicBezTo>
                <a:lnTo>
                  <a:pt x="278829" y="183579"/>
                </a:lnTo>
                <a:lnTo>
                  <a:pt x="421704" y="40704"/>
                </a:lnTo>
                <a:close/>
                <a:moveTo>
                  <a:pt x="253826" y="262979"/>
                </a:moveTo>
                <a:lnTo>
                  <a:pt x="165646" y="174799"/>
                </a:lnTo>
                <a:cubicBezTo>
                  <a:pt x="133871" y="172045"/>
                  <a:pt x="102245" y="183505"/>
                  <a:pt x="79474" y="206276"/>
                </a:cubicBezTo>
                <a:lnTo>
                  <a:pt x="73521" y="212229"/>
                </a:lnTo>
                <a:cubicBezTo>
                  <a:pt x="56927" y="228823"/>
                  <a:pt x="47625" y="251296"/>
                  <a:pt x="47625" y="274737"/>
                </a:cubicBezTo>
                <a:cubicBezTo>
                  <a:pt x="47625" y="279797"/>
                  <a:pt x="52908" y="283071"/>
                  <a:pt x="57448" y="280839"/>
                </a:cubicBezTo>
                <a:lnTo>
                  <a:pt x="95473" y="261863"/>
                </a:lnTo>
                <a:cubicBezTo>
                  <a:pt x="99194" y="260003"/>
                  <a:pt x="102543" y="264914"/>
                  <a:pt x="99492" y="267742"/>
                </a:cubicBezTo>
                <a:lnTo>
                  <a:pt x="5432" y="352276"/>
                </a:lnTo>
                <a:cubicBezTo>
                  <a:pt x="2009" y="355402"/>
                  <a:pt x="0" y="359866"/>
                  <a:pt x="0" y="364554"/>
                </a:cubicBezTo>
                <a:cubicBezTo>
                  <a:pt x="0" y="373633"/>
                  <a:pt x="7367" y="381000"/>
                  <a:pt x="16446" y="381000"/>
                </a:cubicBezTo>
                <a:lnTo>
                  <a:pt x="145405" y="381000"/>
                </a:lnTo>
                <a:cubicBezTo>
                  <a:pt x="174278" y="381000"/>
                  <a:pt x="201885" y="369540"/>
                  <a:pt x="222349" y="349151"/>
                </a:cubicBezTo>
                <a:cubicBezTo>
                  <a:pt x="245120" y="326380"/>
                  <a:pt x="256505" y="294754"/>
                  <a:pt x="253826" y="262979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8" name="Text 15"/>
          <p:cNvSpPr/>
          <p:nvPr/>
        </p:nvSpPr>
        <p:spPr>
          <a:xfrm>
            <a:off x="7314840" y="3759138"/>
            <a:ext cx="335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内存泄漏防护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4840" y="411462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组件卸载时手动清除定时器与监听。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53940" y="4977798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A4F4C">
              <a:alpha val="5098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06340" y="5130198"/>
            <a:ext cx="1137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通过Chrome DevTools验证，十轮开关后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堆内存保持平稳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3940" y="1346436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后端高并发实践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40" y="2159112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支撑五千并发长连接，QPS超五千时响应仍低于500ms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96054" y="337310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776198" y="3276414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Reactor Netty (epoll)：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单核可维持万级连接，性能卓越。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1813" y="418577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8" name="Text 5"/>
          <p:cNvSpPr/>
          <p:nvPr/>
        </p:nvSpPr>
        <p:spPr>
          <a:xfrm>
            <a:off x="796146" y="4089102"/>
            <a:ext cx="488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线程池分离：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业务与IO线程池分离，避免阻塞事件循环。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5575" y="49984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743489" y="4901778"/>
            <a:ext cx="4940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HikariCP连接池：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最大连接数设为核心数两倍，避免上下文切换。</a:t>
            </a:r>
            <a:endParaRPr lang="en-US" sz="1600" dirty="0"/>
          </a:p>
        </p:txBody>
      </p:sp>
      <p:pic>
        <p:nvPicPr>
          <p:cNvPr id="11" name="Image 1" descr="https://kimi-web-img.moonshot.cn/img/www.linuxeden.com/51c5dcf5b3eb65757d18542460ef78a322a5a55d.png">    </p:cNvPr>
          <p:cNvPicPr>
            <a:picLocks noChangeAspect="1"/>
          </p:cNvPicPr>
          <p:nvPr/>
        </p:nvPicPr>
        <p:blipFill>
          <a:blip r:embed="rId2"/>
          <a:srcRect l="10469" r="10469" t="0" b="0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32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4-d2t9p05nfo2stf9dj8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909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2668228" y="2226026"/>
            <a:ext cx="6853912" cy="1014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33142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6" name="Text 3"/>
          <p:cNvSpPr/>
          <p:nvPr/>
        </p:nvSpPr>
        <p:spPr>
          <a:xfrm>
            <a:off x="5733142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27255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8" name="Text 5"/>
          <p:cNvSpPr/>
          <p:nvPr/>
        </p:nvSpPr>
        <p:spPr>
          <a:xfrm>
            <a:off x="5927255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1368" y="506208"/>
            <a:ext cx="142469" cy="142469"/>
          </a:xfrm>
          <a:prstGeom prst="ellipse">
            <a:avLst/>
          </a:prstGeom>
          <a:solidFill>
            <a:srgbClr val="3C613C"/>
          </a:solidFill>
          <a:ln/>
        </p:spPr>
      </p:sp>
      <p:sp>
        <p:nvSpPr>
          <p:cNvPr id="10" name="Text 7"/>
          <p:cNvSpPr/>
          <p:nvPr/>
        </p:nvSpPr>
        <p:spPr>
          <a:xfrm>
            <a:off x="6121368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5481" y="506208"/>
            <a:ext cx="142469" cy="142469"/>
          </a:xfrm>
          <a:prstGeom prst="ellipse">
            <a:avLst/>
          </a:prstGeom>
          <a:solidFill>
            <a:srgbClr val="83B383"/>
          </a:solidFill>
          <a:ln/>
        </p:spPr>
      </p:sp>
      <p:sp>
        <p:nvSpPr>
          <p:cNvPr id="12" name="Text 9"/>
          <p:cNvSpPr/>
          <p:nvPr/>
        </p:nvSpPr>
        <p:spPr>
          <a:xfrm>
            <a:off x="6315481" y="506208"/>
            <a:ext cx="142469" cy="1424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6540" y="3241040"/>
            <a:ext cx="9144000" cy="151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D76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成果数据与展望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1473857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上线三个月关键指标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2388071"/>
            <a:ext cx="3695700" cy="1828800"/>
          </a:xfrm>
          <a:custGeom>
            <a:avLst/>
            <a:gdLst/>
            <a:ahLst/>
            <a:cxnLst/>
            <a:rect l="l" t="t" r="r" b="b"/>
            <a:pathLst>
              <a:path w="3695700" h="18288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1727192"/>
                </a:lnTo>
                <a:cubicBezTo>
                  <a:pt x="3695700" y="1783308"/>
                  <a:pt x="3650208" y="1828800"/>
                  <a:pt x="35940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020" y="2591160"/>
            <a:ext cx="379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内测用户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3020" y="3048174"/>
            <a:ext cx="379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39A89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8.7K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3020" y="3759324"/>
            <a:ext cx="379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日活用户 2.3K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0127" y="2388071"/>
            <a:ext cx="3695700" cy="1828800"/>
          </a:xfrm>
          <a:custGeom>
            <a:avLst/>
            <a:gdLst/>
            <a:ahLst/>
            <a:cxnLst/>
            <a:rect l="l" t="t" r="r" b="b"/>
            <a:pathLst>
              <a:path w="3695700" h="18288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1727192"/>
                </a:lnTo>
                <a:cubicBezTo>
                  <a:pt x="3695700" y="1783308"/>
                  <a:pt x="3650208" y="1828800"/>
                  <a:pt x="35940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9207" y="2591160"/>
            <a:ext cx="379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模型调用总量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99207" y="3048174"/>
            <a:ext cx="379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39A89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150W+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99207" y="3759324"/>
            <a:ext cx="379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首字延迟中位数 89ms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46494" y="2388071"/>
            <a:ext cx="3695700" cy="1828800"/>
          </a:xfrm>
          <a:custGeom>
            <a:avLst/>
            <a:gdLst/>
            <a:ahLst/>
            <a:cxnLst/>
            <a:rect l="l" t="t" r="r" b="b"/>
            <a:pathLst>
              <a:path w="3695700" h="18288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1727192"/>
                </a:lnTo>
                <a:cubicBezTo>
                  <a:pt x="3695700" y="1783308"/>
                  <a:pt x="3650208" y="1828800"/>
                  <a:pt x="35940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195573" y="2591160"/>
            <a:ext cx="379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创作效率提升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95573" y="3048174"/>
            <a:ext cx="3797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39A89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9.3x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95573" y="3759324"/>
            <a:ext cx="379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点赞率提升 42%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3940" y="4622502"/>
            <a:ext cx="11684000" cy="762000"/>
          </a:xfrm>
          <a:custGeom>
            <a:avLst/>
            <a:gdLst/>
            <a:ahLst/>
            <a:cxnLst/>
            <a:rect l="l" t="t" r="r" b="b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A4F4C">
              <a:alpha val="5098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57020" y="4825578"/>
            <a:ext cx="1127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服务器成本通过优化控制在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每月一千元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以内，实现了技术与商业的正循环。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1931057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技术沉淀与可复用性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2845284"/>
            <a:ext cx="3695700" cy="2082800"/>
          </a:xfrm>
          <a:custGeom>
            <a:avLst/>
            <a:gdLst/>
            <a:ahLst/>
            <a:cxnLst/>
            <a:rect l="l" t="t" r="r" b="b"/>
            <a:pathLst>
              <a:path w="3695700" h="2082800">
                <a:moveTo>
                  <a:pt x="101599" y="0"/>
                </a:moveTo>
                <a:lnTo>
                  <a:pt x="3594101" y="0"/>
                </a:lnTo>
                <a:cubicBezTo>
                  <a:pt x="3650213" y="0"/>
                  <a:pt x="3695700" y="45487"/>
                  <a:pt x="3695700" y="101599"/>
                </a:cubicBezTo>
                <a:lnTo>
                  <a:pt x="3695700" y="1981201"/>
                </a:lnTo>
                <a:cubicBezTo>
                  <a:pt x="3695700" y="2037313"/>
                  <a:pt x="3650213" y="2082800"/>
                  <a:pt x="35941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71033" y="30713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3603" y="-1161"/>
                </a:moveTo>
                <a:cubicBezTo>
                  <a:pt x="238155" y="-10091"/>
                  <a:pt x="219045" y="-10091"/>
                  <a:pt x="203597" y="-1161"/>
                </a:cubicBezTo>
                <a:lnTo>
                  <a:pt x="128409" y="42237"/>
                </a:lnTo>
                <a:cubicBezTo>
                  <a:pt x="112961" y="51167"/>
                  <a:pt x="103406" y="67687"/>
                  <a:pt x="103406" y="85546"/>
                </a:cubicBezTo>
                <a:lnTo>
                  <a:pt x="103406" y="176540"/>
                </a:lnTo>
                <a:lnTo>
                  <a:pt x="24557" y="222081"/>
                </a:lnTo>
                <a:cubicBezTo>
                  <a:pt x="9108" y="231011"/>
                  <a:pt x="-446" y="247531"/>
                  <a:pt x="-446" y="265390"/>
                </a:cubicBezTo>
                <a:lnTo>
                  <a:pt x="-446" y="352276"/>
                </a:lnTo>
                <a:cubicBezTo>
                  <a:pt x="-446" y="370136"/>
                  <a:pt x="9108" y="386655"/>
                  <a:pt x="24557" y="395585"/>
                </a:cubicBezTo>
                <a:lnTo>
                  <a:pt x="99834" y="438983"/>
                </a:lnTo>
                <a:cubicBezTo>
                  <a:pt x="115282" y="447913"/>
                  <a:pt x="134392" y="447913"/>
                  <a:pt x="149840" y="438983"/>
                </a:cubicBezTo>
                <a:lnTo>
                  <a:pt x="228689" y="393442"/>
                </a:lnTo>
                <a:lnTo>
                  <a:pt x="307538" y="438983"/>
                </a:lnTo>
                <a:cubicBezTo>
                  <a:pt x="322987" y="447913"/>
                  <a:pt x="342096" y="447913"/>
                  <a:pt x="357545" y="438983"/>
                </a:cubicBezTo>
                <a:lnTo>
                  <a:pt x="432643" y="395585"/>
                </a:lnTo>
                <a:cubicBezTo>
                  <a:pt x="448092" y="386655"/>
                  <a:pt x="457646" y="370136"/>
                  <a:pt x="457646" y="352276"/>
                </a:cubicBezTo>
                <a:lnTo>
                  <a:pt x="457646" y="265390"/>
                </a:lnTo>
                <a:cubicBezTo>
                  <a:pt x="457646" y="247531"/>
                  <a:pt x="448092" y="231011"/>
                  <a:pt x="432643" y="222081"/>
                </a:cubicBezTo>
                <a:lnTo>
                  <a:pt x="353794" y="176540"/>
                </a:lnTo>
                <a:lnTo>
                  <a:pt x="353794" y="85546"/>
                </a:lnTo>
                <a:cubicBezTo>
                  <a:pt x="353794" y="67687"/>
                  <a:pt x="344239" y="51167"/>
                  <a:pt x="328791" y="42237"/>
                </a:cubicBezTo>
                <a:lnTo>
                  <a:pt x="253603" y="-1161"/>
                </a:lnTo>
                <a:close/>
                <a:moveTo>
                  <a:pt x="207169" y="261283"/>
                </a:moveTo>
                <a:lnTo>
                  <a:pt x="207169" y="356384"/>
                </a:lnTo>
                <a:lnTo>
                  <a:pt x="128320" y="401925"/>
                </a:lnTo>
                <a:cubicBezTo>
                  <a:pt x="127248" y="402550"/>
                  <a:pt x="125998" y="402908"/>
                  <a:pt x="124748" y="402908"/>
                </a:cubicBezTo>
                <a:lnTo>
                  <a:pt x="124748" y="308878"/>
                </a:lnTo>
                <a:lnTo>
                  <a:pt x="207169" y="261283"/>
                </a:lnTo>
                <a:close/>
                <a:moveTo>
                  <a:pt x="413802" y="261818"/>
                </a:moveTo>
                <a:cubicBezTo>
                  <a:pt x="414427" y="262890"/>
                  <a:pt x="414784" y="264140"/>
                  <a:pt x="414784" y="265390"/>
                </a:cubicBezTo>
                <a:lnTo>
                  <a:pt x="414784" y="352276"/>
                </a:lnTo>
                <a:cubicBezTo>
                  <a:pt x="414784" y="354866"/>
                  <a:pt x="413445" y="357188"/>
                  <a:pt x="411212" y="358438"/>
                </a:cubicBezTo>
                <a:lnTo>
                  <a:pt x="335935" y="401836"/>
                </a:lnTo>
                <a:cubicBezTo>
                  <a:pt x="334863" y="402461"/>
                  <a:pt x="333613" y="402818"/>
                  <a:pt x="332363" y="402818"/>
                </a:cubicBezTo>
                <a:lnTo>
                  <a:pt x="332363" y="308789"/>
                </a:lnTo>
                <a:lnTo>
                  <a:pt x="413802" y="261818"/>
                </a:lnTo>
                <a:close/>
                <a:moveTo>
                  <a:pt x="311021" y="85546"/>
                </a:moveTo>
                <a:lnTo>
                  <a:pt x="311021" y="176540"/>
                </a:lnTo>
                <a:lnTo>
                  <a:pt x="228600" y="224135"/>
                </a:lnTo>
                <a:lnTo>
                  <a:pt x="228600" y="129034"/>
                </a:lnTo>
                <a:lnTo>
                  <a:pt x="310039" y="82064"/>
                </a:lnTo>
                <a:cubicBezTo>
                  <a:pt x="310664" y="83135"/>
                  <a:pt x="311021" y="84386"/>
                  <a:pt x="311021" y="85636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1210693" y="3759324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开源组件库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020" y="4216338"/>
            <a:ext cx="328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输出React聊天组件、Spring流式模板、DFA过滤器，累计收获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2k+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Star。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0307" y="2845284"/>
            <a:ext cx="3695700" cy="2082800"/>
          </a:xfrm>
          <a:custGeom>
            <a:avLst/>
            <a:gdLst/>
            <a:ahLst/>
            <a:cxnLst/>
            <a:rect l="l" t="t" r="r" b="b"/>
            <a:pathLst>
              <a:path w="3695700" h="2082800">
                <a:moveTo>
                  <a:pt x="101599" y="0"/>
                </a:moveTo>
                <a:lnTo>
                  <a:pt x="3594101" y="0"/>
                </a:lnTo>
                <a:cubicBezTo>
                  <a:pt x="3650213" y="0"/>
                  <a:pt x="3695700" y="45487"/>
                  <a:pt x="3695700" y="101599"/>
                </a:cubicBezTo>
                <a:lnTo>
                  <a:pt x="3695700" y="1981201"/>
                </a:lnTo>
                <a:cubicBezTo>
                  <a:pt x="3695700" y="2037313"/>
                  <a:pt x="3650213" y="2082800"/>
                  <a:pt x="35941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895975" y="307136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5207060" y="3759324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垂直知识库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53387" y="4216338"/>
            <a:ext cx="328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100+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小红书场景Prompt，形成可复用的领域知识资产。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46673" y="2845284"/>
            <a:ext cx="3695700" cy="2082800"/>
          </a:xfrm>
          <a:custGeom>
            <a:avLst/>
            <a:gdLst/>
            <a:ahLst/>
            <a:cxnLst/>
            <a:rect l="l" t="t" r="r" b="b"/>
            <a:pathLst>
              <a:path w="3695700" h="2082800">
                <a:moveTo>
                  <a:pt x="101599" y="0"/>
                </a:moveTo>
                <a:lnTo>
                  <a:pt x="3594101" y="0"/>
                </a:lnTo>
                <a:cubicBezTo>
                  <a:pt x="3650213" y="0"/>
                  <a:pt x="3695700" y="45487"/>
                  <a:pt x="3695700" y="101599"/>
                </a:cubicBezTo>
                <a:lnTo>
                  <a:pt x="3695700" y="1981201"/>
                </a:lnTo>
                <a:cubicBezTo>
                  <a:pt x="3695700" y="2037313"/>
                  <a:pt x="3650213" y="2082800"/>
                  <a:pt x="35941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863767" y="30713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8847" y="204043"/>
                </a:moveTo>
                <a:cubicBezTo>
                  <a:pt x="70723" y="120997"/>
                  <a:pt x="142250" y="57150"/>
                  <a:pt x="228600" y="57150"/>
                </a:cubicBezTo>
                <a:cubicBezTo>
                  <a:pt x="275927" y="57150"/>
                  <a:pt x="318790" y="76349"/>
                  <a:pt x="349865" y="107335"/>
                </a:cubicBezTo>
                <a:cubicBezTo>
                  <a:pt x="350044" y="107513"/>
                  <a:pt x="350222" y="107692"/>
                  <a:pt x="350401" y="107871"/>
                </a:cubicBezTo>
                <a:lnTo>
                  <a:pt x="357188" y="114300"/>
                </a:lnTo>
                <a:lnTo>
                  <a:pt x="314414" y="114300"/>
                </a:lnTo>
                <a:cubicBezTo>
                  <a:pt x="298609" y="114300"/>
                  <a:pt x="285839" y="127069"/>
                  <a:pt x="285839" y="142875"/>
                </a:cubicBezTo>
                <a:cubicBezTo>
                  <a:pt x="285839" y="158681"/>
                  <a:pt x="298609" y="171450"/>
                  <a:pt x="314414" y="171450"/>
                </a:cubicBezTo>
                <a:lnTo>
                  <a:pt x="428714" y="171450"/>
                </a:lnTo>
                <a:cubicBezTo>
                  <a:pt x="444520" y="171450"/>
                  <a:pt x="457289" y="158681"/>
                  <a:pt x="457289" y="142875"/>
                </a:cubicBezTo>
                <a:lnTo>
                  <a:pt x="457289" y="28575"/>
                </a:lnTo>
                <a:cubicBezTo>
                  <a:pt x="457289" y="12769"/>
                  <a:pt x="444520" y="0"/>
                  <a:pt x="428714" y="0"/>
                </a:cubicBezTo>
                <a:cubicBezTo>
                  <a:pt x="412909" y="0"/>
                  <a:pt x="400139" y="12769"/>
                  <a:pt x="400139" y="28575"/>
                </a:cubicBezTo>
                <a:lnTo>
                  <a:pt x="400139" y="76260"/>
                </a:lnTo>
                <a:lnTo>
                  <a:pt x="390049" y="66705"/>
                </a:lnTo>
                <a:cubicBezTo>
                  <a:pt x="348704" y="25539"/>
                  <a:pt x="29155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lose/>
                <a:moveTo>
                  <a:pt x="454878" y="261193"/>
                </a:moveTo>
                <a:cubicBezTo>
                  <a:pt x="457111" y="245566"/>
                  <a:pt x="446216" y="231100"/>
                  <a:pt x="430679" y="228868"/>
                </a:cubicBezTo>
                <a:cubicBezTo>
                  <a:pt x="415141" y="226635"/>
                  <a:pt x="400586" y="237530"/>
                  <a:pt x="398353" y="253067"/>
                </a:cubicBezTo>
                <a:cubicBezTo>
                  <a:pt x="386477" y="336113"/>
                  <a:pt x="314950" y="399961"/>
                  <a:pt x="228600" y="399961"/>
                </a:cubicBezTo>
                <a:cubicBezTo>
                  <a:pt x="181273" y="399961"/>
                  <a:pt x="138410" y="380762"/>
                  <a:pt x="107335" y="349776"/>
                </a:cubicBezTo>
                <a:cubicBezTo>
                  <a:pt x="107156" y="349597"/>
                  <a:pt x="106978" y="349419"/>
                  <a:pt x="106799" y="349240"/>
                </a:cubicBezTo>
                <a:lnTo>
                  <a:pt x="100012" y="342811"/>
                </a:lnTo>
                <a:lnTo>
                  <a:pt x="142786" y="342811"/>
                </a:lnTo>
                <a:cubicBezTo>
                  <a:pt x="158591" y="342811"/>
                  <a:pt x="171361" y="330041"/>
                  <a:pt x="171361" y="314236"/>
                </a:cubicBezTo>
                <a:cubicBezTo>
                  <a:pt x="171361" y="298430"/>
                  <a:pt x="158591" y="285661"/>
                  <a:pt x="142786" y="285661"/>
                </a:cubicBezTo>
                <a:lnTo>
                  <a:pt x="28575" y="285750"/>
                </a:lnTo>
                <a:cubicBezTo>
                  <a:pt x="20985" y="285750"/>
                  <a:pt x="13662" y="288786"/>
                  <a:pt x="8305" y="294233"/>
                </a:cubicBezTo>
                <a:cubicBezTo>
                  <a:pt x="2947" y="299680"/>
                  <a:pt x="-89" y="306913"/>
                  <a:pt x="0" y="314593"/>
                </a:cubicBezTo>
                <a:lnTo>
                  <a:pt x="893" y="428000"/>
                </a:lnTo>
                <a:cubicBezTo>
                  <a:pt x="982" y="443805"/>
                  <a:pt x="13930" y="456486"/>
                  <a:pt x="29736" y="456307"/>
                </a:cubicBezTo>
                <a:cubicBezTo>
                  <a:pt x="45541" y="456128"/>
                  <a:pt x="58222" y="443270"/>
                  <a:pt x="58043" y="427464"/>
                </a:cubicBezTo>
                <a:lnTo>
                  <a:pt x="57686" y="381476"/>
                </a:lnTo>
                <a:lnTo>
                  <a:pt x="67241" y="390495"/>
                </a:lnTo>
                <a:cubicBezTo>
                  <a:pt x="108585" y="431661"/>
                  <a:pt x="16564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4" name="Text 11"/>
          <p:cNvSpPr/>
          <p:nvPr/>
        </p:nvSpPr>
        <p:spPr>
          <a:xfrm>
            <a:off x="9203427" y="3759324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工程化教学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49753" y="4216338"/>
            <a:ext cx="328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Docker一键启动，被多所高校选为课堂案例，验证教学价值。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>    </p:cNvPr>
          <p:cNvPicPr>
            <a:picLocks noChangeAspect="1"/>
          </p:cNvPicPr>
          <p:nvPr/>
        </p:nvPicPr>
        <p:blipFill>
          <a:blip r:embed="rId1"/>
          <a:srcRect l="0" r="0" t="0" b="2016"/>
          <a:stretch/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60" y="915479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下一步路线图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3940" y="1829705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76035" y="214331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90500"/>
                </a:moveTo>
                <a:cubicBezTo>
                  <a:pt x="381000" y="191170"/>
                  <a:pt x="381000" y="191839"/>
                  <a:pt x="381000" y="192509"/>
                </a:cubicBezTo>
                <a:cubicBezTo>
                  <a:pt x="380702" y="219670"/>
                  <a:pt x="355997" y="238125"/>
                  <a:pt x="328836" y="238125"/>
                </a:cubicBezTo>
                <a:lnTo>
                  <a:pt x="255984" y="238125"/>
                </a:lnTo>
                <a:cubicBezTo>
                  <a:pt x="236265" y="238125"/>
                  <a:pt x="220266" y="254124"/>
                  <a:pt x="220266" y="273844"/>
                </a:cubicBezTo>
                <a:cubicBezTo>
                  <a:pt x="220266" y="276374"/>
                  <a:pt x="220563" y="278829"/>
                  <a:pt x="221010" y="281211"/>
                </a:cubicBezTo>
                <a:cubicBezTo>
                  <a:pt x="222572" y="288801"/>
                  <a:pt x="225847" y="296094"/>
                  <a:pt x="229046" y="303461"/>
                </a:cubicBezTo>
                <a:cubicBezTo>
                  <a:pt x="233586" y="313730"/>
                  <a:pt x="238051" y="323924"/>
                  <a:pt x="238051" y="334714"/>
                </a:cubicBezTo>
                <a:cubicBezTo>
                  <a:pt x="238051" y="358378"/>
                  <a:pt x="221977" y="379884"/>
                  <a:pt x="198313" y="380851"/>
                </a:cubicBezTo>
                <a:cubicBezTo>
                  <a:pt x="195709" y="380926"/>
                  <a:pt x="193104" y="381000"/>
                  <a:pt x="190426" y="381000"/>
                </a:cubicBezTo>
                <a:cubicBezTo>
                  <a:pt x="85204" y="381000"/>
                  <a:pt x="-74" y="295721"/>
                  <a:pt x="-74" y="190500"/>
                </a:cubicBezTo>
                <a:cubicBezTo>
                  <a:pt x="-74" y="85279"/>
                  <a:pt x="85279" y="0"/>
                  <a:pt x="190500" y="0"/>
                </a:cubicBezTo>
                <a:cubicBezTo>
                  <a:pt x="295721" y="0"/>
                  <a:pt x="381000" y="85279"/>
                  <a:pt x="381000" y="190500"/>
                </a:cubicBezTo>
                <a:close/>
                <a:moveTo>
                  <a:pt x="95250" y="214313"/>
                </a:moveTo>
                <a:cubicBezTo>
                  <a:pt x="95250" y="201170"/>
                  <a:pt x="84580" y="190500"/>
                  <a:pt x="71438" y="190500"/>
                </a:cubicBezTo>
                <a:cubicBezTo>
                  <a:pt x="58295" y="190500"/>
                  <a:pt x="47625" y="201170"/>
                  <a:pt x="47625" y="214313"/>
                </a:cubicBezTo>
                <a:cubicBezTo>
                  <a:pt x="47625" y="227455"/>
                  <a:pt x="58295" y="238125"/>
                  <a:pt x="71438" y="238125"/>
                </a:cubicBezTo>
                <a:cubicBezTo>
                  <a:pt x="84580" y="238125"/>
                  <a:pt x="95250" y="227455"/>
                  <a:pt x="95250" y="214313"/>
                </a:cubicBezTo>
                <a:close/>
                <a:moveTo>
                  <a:pt x="95250" y="142875"/>
                </a:moveTo>
                <a:cubicBezTo>
                  <a:pt x="108392" y="142875"/>
                  <a:pt x="119063" y="132205"/>
                  <a:pt x="119063" y="119063"/>
                </a:cubicBezTo>
                <a:cubicBezTo>
                  <a:pt x="119063" y="105920"/>
                  <a:pt x="108392" y="95250"/>
                  <a:pt x="95250" y="95250"/>
                </a:cubicBezTo>
                <a:cubicBezTo>
                  <a:pt x="82108" y="95250"/>
                  <a:pt x="71438" y="105920"/>
                  <a:pt x="71438" y="119063"/>
                </a:cubicBezTo>
                <a:cubicBezTo>
                  <a:pt x="71438" y="132205"/>
                  <a:pt x="82108" y="142875"/>
                  <a:pt x="95250" y="142875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285750" y="142875"/>
                </a:moveTo>
                <a:cubicBezTo>
                  <a:pt x="298892" y="142875"/>
                  <a:pt x="309563" y="132205"/>
                  <a:pt x="309563" y="119063"/>
                </a:cubicBezTo>
                <a:cubicBezTo>
                  <a:pt x="309563" y="105920"/>
                  <a:pt x="298892" y="95250"/>
                  <a:pt x="285750" y="95250"/>
                </a:cubicBezTo>
                <a:cubicBezTo>
                  <a:pt x="272608" y="95250"/>
                  <a:pt x="261938" y="105920"/>
                  <a:pt x="261938" y="119063"/>
                </a:cubicBezTo>
                <a:cubicBezTo>
                  <a:pt x="261938" y="132205"/>
                  <a:pt x="272608" y="142875"/>
                  <a:pt x="285750" y="142875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6" name="Text 3"/>
          <p:cNvSpPr/>
          <p:nvPr/>
        </p:nvSpPr>
        <p:spPr>
          <a:xfrm>
            <a:off x="1472781" y="2032781"/>
            <a:ext cx="530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功能扩展：文生图与多平台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2781" y="2388257"/>
            <a:ext cx="530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接入文生图模型，并支持抖音、微博等多平台格式自动适配。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3940" y="3048186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5B8C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28410" y="3361792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66688"/>
                </a:moveTo>
                <a:cubicBezTo>
                  <a:pt x="280838" y="166688"/>
                  <a:pt x="315516" y="132010"/>
                  <a:pt x="315516" y="89297"/>
                </a:cubicBezTo>
                <a:cubicBezTo>
                  <a:pt x="315516" y="46584"/>
                  <a:pt x="280838" y="11906"/>
                  <a:pt x="238125" y="11906"/>
                </a:cubicBezTo>
                <a:cubicBezTo>
                  <a:pt x="195412" y="11906"/>
                  <a:pt x="160734" y="46584"/>
                  <a:pt x="160734" y="89297"/>
                </a:cubicBezTo>
                <a:cubicBezTo>
                  <a:pt x="160734" y="132010"/>
                  <a:pt x="195412" y="166688"/>
                  <a:pt x="238125" y="166688"/>
                </a:cubicBezTo>
                <a:close/>
                <a:moveTo>
                  <a:pt x="71438" y="172641"/>
                </a:moveTo>
                <a:cubicBezTo>
                  <a:pt x="101008" y="172641"/>
                  <a:pt x="125016" y="148633"/>
                  <a:pt x="125016" y="119063"/>
                </a:cubicBezTo>
                <a:cubicBezTo>
                  <a:pt x="125016" y="89492"/>
                  <a:pt x="101008" y="65484"/>
                  <a:pt x="71438" y="65484"/>
                </a:cubicBezTo>
                <a:cubicBezTo>
                  <a:pt x="41867" y="65484"/>
                  <a:pt x="17859" y="89492"/>
                  <a:pt x="17859" y="119063"/>
                </a:cubicBezTo>
                <a:cubicBezTo>
                  <a:pt x="17859" y="148633"/>
                  <a:pt x="41867" y="172641"/>
                  <a:pt x="71437" y="172641"/>
                </a:cubicBezTo>
                <a:close/>
                <a:moveTo>
                  <a:pt x="0" y="309563"/>
                </a:moveTo>
                <a:lnTo>
                  <a:pt x="0" y="333375"/>
                </a:lnTo>
                <a:cubicBezTo>
                  <a:pt x="0" y="346546"/>
                  <a:pt x="10641" y="357188"/>
                  <a:pt x="23812" y="357188"/>
                </a:cubicBezTo>
                <a:lnTo>
                  <a:pt x="88329" y="357188"/>
                </a:lnTo>
                <a:cubicBezTo>
                  <a:pt x="85130" y="349895"/>
                  <a:pt x="83344" y="341858"/>
                  <a:pt x="83344" y="333375"/>
                </a:cubicBezTo>
                <a:lnTo>
                  <a:pt x="83344" y="321469"/>
                </a:lnTo>
                <a:cubicBezTo>
                  <a:pt x="83344" y="281880"/>
                  <a:pt x="98227" y="245715"/>
                  <a:pt x="122709" y="218331"/>
                </a:cubicBezTo>
                <a:cubicBezTo>
                  <a:pt x="114002" y="215726"/>
                  <a:pt x="104775" y="214313"/>
                  <a:pt x="95250" y="214313"/>
                </a:cubicBezTo>
                <a:cubicBezTo>
                  <a:pt x="42639" y="214313"/>
                  <a:pt x="0" y="256952"/>
                  <a:pt x="0" y="309563"/>
                </a:cubicBezTo>
                <a:close/>
                <a:moveTo>
                  <a:pt x="458391" y="119063"/>
                </a:moveTo>
                <a:cubicBezTo>
                  <a:pt x="458391" y="89492"/>
                  <a:pt x="434383" y="65484"/>
                  <a:pt x="404813" y="65484"/>
                </a:cubicBezTo>
                <a:cubicBezTo>
                  <a:pt x="375242" y="65484"/>
                  <a:pt x="351234" y="89492"/>
                  <a:pt x="351234" y="119063"/>
                </a:cubicBezTo>
                <a:cubicBezTo>
                  <a:pt x="351234" y="148633"/>
                  <a:pt x="375242" y="172641"/>
                  <a:pt x="404813" y="172641"/>
                </a:cubicBezTo>
                <a:cubicBezTo>
                  <a:pt x="434383" y="172641"/>
                  <a:pt x="458391" y="148633"/>
                  <a:pt x="458391" y="119063"/>
                </a:cubicBezTo>
                <a:close/>
                <a:moveTo>
                  <a:pt x="119063" y="321469"/>
                </a:moveTo>
                <a:lnTo>
                  <a:pt x="119063" y="333375"/>
                </a:lnTo>
                <a:cubicBezTo>
                  <a:pt x="119063" y="346546"/>
                  <a:pt x="129704" y="357188"/>
                  <a:pt x="142875" y="357188"/>
                </a:cubicBezTo>
                <a:lnTo>
                  <a:pt x="259556" y="357188"/>
                </a:lnTo>
                <a:cubicBezTo>
                  <a:pt x="254273" y="341114"/>
                  <a:pt x="254868" y="324148"/>
                  <a:pt x="267519" y="309563"/>
                </a:cubicBezTo>
                <a:cubicBezTo>
                  <a:pt x="257101" y="297507"/>
                  <a:pt x="252264" y="280020"/>
                  <a:pt x="259035" y="262458"/>
                </a:cubicBezTo>
                <a:cubicBezTo>
                  <a:pt x="263947" y="249734"/>
                  <a:pt x="270867" y="237827"/>
                  <a:pt x="279425" y="227261"/>
                </a:cubicBezTo>
                <a:cubicBezTo>
                  <a:pt x="283443" y="222349"/>
                  <a:pt x="288057" y="218554"/>
                  <a:pt x="293043" y="215801"/>
                </a:cubicBezTo>
                <a:cubicBezTo>
                  <a:pt x="276597" y="207243"/>
                  <a:pt x="257919" y="202406"/>
                  <a:pt x="238125" y="202406"/>
                </a:cubicBezTo>
                <a:cubicBezTo>
                  <a:pt x="172343" y="202406"/>
                  <a:pt x="119063" y="255687"/>
                  <a:pt x="119063" y="321469"/>
                </a:cubicBezTo>
                <a:close/>
                <a:moveTo>
                  <a:pt x="464790" y="288652"/>
                </a:moveTo>
                <a:cubicBezTo>
                  <a:pt x="469478" y="285973"/>
                  <a:pt x="471860" y="280392"/>
                  <a:pt x="469850" y="275258"/>
                </a:cubicBezTo>
                <a:cubicBezTo>
                  <a:pt x="466279" y="266030"/>
                  <a:pt x="461293" y="257324"/>
                  <a:pt x="455042" y="249659"/>
                </a:cubicBezTo>
                <a:cubicBezTo>
                  <a:pt x="451619" y="245418"/>
                  <a:pt x="445591" y="244673"/>
                  <a:pt x="440903" y="247427"/>
                </a:cubicBezTo>
                <a:cubicBezTo>
                  <a:pt x="424681" y="256803"/>
                  <a:pt x="404738" y="245343"/>
                  <a:pt x="404738" y="226516"/>
                </a:cubicBezTo>
                <a:cubicBezTo>
                  <a:pt x="404738" y="221084"/>
                  <a:pt x="401092" y="216247"/>
                  <a:pt x="395734" y="215429"/>
                </a:cubicBezTo>
                <a:cubicBezTo>
                  <a:pt x="386135" y="213940"/>
                  <a:pt x="375791" y="213940"/>
                  <a:pt x="366192" y="215429"/>
                </a:cubicBezTo>
                <a:cubicBezTo>
                  <a:pt x="360834" y="216247"/>
                  <a:pt x="357187" y="221084"/>
                  <a:pt x="357187" y="226516"/>
                </a:cubicBezTo>
                <a:cubicBezTo>
                  <a:pt x="357187" y="245269"/>
                  <a:pt x="337245" y="256803"/>
                  <a:pt x="321022" y="247427"/>
                </a:cubicBezTo>
                <a:cubicBezTo>
                  <a:pt x="316334" y="244748"/>
                  <a:pt x="310307" y="245492"/>
                  <a:pt x="306884" y="249659"/>
                </a:cubicBezTo>
                <a:cubicBezTo>
                  <a:pt x="300633" y="257324"/>
                  <a:pt x="295647" y="266030"/>
                  <a:pt x="292075" y="275258"/>
                </a:cubicBezTo>
                <a:cubicBezTo>
                  <a:pt x="290140" y="280318"/>
                  <a:pt x="292447" y="285899"/>
                  <a:pt x="297135" y="288578"/>
                </a:cubicBezTo>
                <a:cubicBezTo>
                  <a:pt x="313432" y="297954"/>
                  <a:pt x="313432" y="320948"/>
                  <a:pt x="297135" y="330398"/>
                </a:cubicBezTo>
                <a:cubicBezTo>
                  <a:pt x="292447" y="333077"/>
                  <a:pt x="290066" y="338658"/>
                  <a:pt x="292075" y="343719"/>
                </a:cubicBezTo>
                <a:cubicBezTo>
                  <a:pt x="295647" y="352946"/>
                  <a:pt x="300633" y="361652"/>
                  <a:pt x="306884" y="369317"/>
                </a:cubicBezTo>
                <a:cubicBezTo>
                  <a:pt x="310307" y="373559"/>
                  <a:pt x="316334" y="374303"/>
                  <a:pt x="321022" y="371549"/>
                </a:cubicBezTo>
                <a:cubicBezTo>
                  <a:pt x="337245" y="362173"/>
                  <a:pt x="357187" y="373707"/>
                  <a:pt x="357187" y="392460"/>
                </a:cubicBezTo>
                <a:cubicBezTo>
                  <a:pt x="357187" y="397892"/>
                  <a:pt x="360834" y="402729"/>
                  <a:pt x="366192" y="403547"/>
                </a:cubicBezTo>
                <a:cubicBezTo>
                  <a:pt x="375791" y="405036"/>
                  <a:pt x="386135" y="405036"/>
                  <a:pt x="395734" y="403547"/>
                </a:cubicBezTo>
                <a:cubicBezTo>
                  <a:pt x="401092" y="402729"/>
                  <a:pt x="404738" y="397892"/>
                  <a:pt x="404738" y="392460"/>
                </a:cubicBezTo>
                <a:cubicBezTo>
                  <a:pt x="404738" y="373707"/>
                  <a:pt x="424681" y="362173"/>
                  <a:pt x="440903" y="371549"/>
                </a:cubicBezTo>
                <a:cubicBezTo>
                  <a:pt x="445591" y="374228"/>
                  <a:pt x="451619" y="373484"/>
                  <a:pt x="455042" y="369317"/>
                </a:cubicBezTo>
                <a:cubicBezTo>
                  <a:pt x="461293" y="361652"/>
                  <a:pt x="466279" y="352946"/>
                  <a:pt x="469850" y="343719"/>
                </a:cubicBezTo>
                <a:cubicBezTo>
                  <a:pt x="471785" y="338658"/>
                  <a:pt x="469478" y="333077"/>
                  <a:pt x="464790" y="330398"/>
                </a:cubicBezTo>
                <a:cubicBezTo>
                  <a:pt x="448494" y="321022"/>
                  <a:pt x="448494" y="298028"/>
                  <a:pt x="464790" y="288578"/>
                </a:cubicBezTo>
                <a:close/>
                <a:moveTo>
                  <a:pt x="351234" y="309563"/>
                </a:moveTo>
                <a:cubicBezTo>
                  <a:pt x="351234" y="293134"/>
                  <a:pt x="364572" y="279797"/>
                  <a:pt x="381000" y="279797"/>
                </a:cubicBezTo>
                <a:cubicBezTo>
                  <a:pt x="397428" y="279797"/>
                  <a:pt x="410766" y="293134"/>
                  <a:pt x="410766" y="309563"/>
                </a:cubicBezTo>
                <a:cubicBezTo>
                  <a:pt x="410766" y="325991"/>
                  <a:pt x="397428" y="339328"/>
                  <a:pt x="381000" y="339328"/>
                </a:cubicBezTo>
                <a:cubicBezTo>
                  <a:pt x="364572" y="339328"/>
                  <a:pt x="351234" y="325991"/>
                  <a:pt x="351234" y="309563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0" name="Text 7"/>
          <p:cNvSpPr/>
          <p:nvPr/>
        </p:nvSpPr>
        <p:spPr>
          <a:xfrm>
            <a:off x="1472781" y="3251262"/>
            <a:ext cx="523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商业升级：团队协作与企业版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72781" y="3606738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推出团队版，提供品牌声音训练、数据看板与API计费服务。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3940" y="4266667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B3A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52223" y="4580272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250031"/>
                </a:moveTo>
                <a:cubicBezTo>
                  <a:pt x="0" y="309190"/>
                  <a:pt x="47997" y="357188"/>
                  <a:pt x="107156" y="357188"/>
                </a:cubicBezTo>
                <a:lnTo>
                  <a:pt x="333375" y="357188"/>
                </a:lnTo>
                <a:cubicBezTo>
                  <a:pt x="385986" y="357188"/>
                  <a:pt x="428625" y="314548"/>
                  <a:pt x="428625" y="261938"/>
                </a:cubicBezTo>
                <a:cubicBezTo>
                  <a:pt x="428625" y="223540"/>
                  <a:pt x="405929" y="190426"/>
                  <a:pt x="373187" y="175394"/>
                </a:cubicBezTo>
                <a:cubicBezTo>
                  <a:pt x="378172" y="165646"/>
                  <a:pt x="381000" y="154558"/>
                  <a:pt x="381000" y="142875"/>
                </a:cubicBezTo>
                <a:cubicBezTo>
                  <a:pt x="381000" y="103436"/>
                  <a:pt x="349002" y="71438"/>
                  <a:pt x="309563" y="71438"/>
                </a:cubicBezTo>
                <a:cubicBezTo>
                  <a:pt x="296391" y="71438"/>
                  <a:pt x="284113" y="75009"/>
                  <a:pt x="273546" y="81186"/>
                </a:cubicBezTo>
                <a:cubicBezTo>
                  <a:pt x="255612" y="47104"/>
                  <a:pt x="219819" y="23812"/>
                  <a:pt x="178594" y="23812"/>
                </a:cubicBezTo>
                <a:cubicBezTo>
                  <a:pt x="119435" y="23812"/>
                  <a:pt x="71438" y="71810"/>
                  <a:pt x="71438" y="130969"/>
                </a:cubicBezTo>
                <a:cubicBezTo>
                  <a:pt x="71438" y="136922"/>
                  <a:pt x="71958" y="142801"/>
                  <a:pt x="72851" y="148456"/>
                </a:cubicBezTo>
                <a:cubicBezTo>
                  <a:pt x="30510" y="162744"/>
                  <a:pt x="0" y="202853"/>
                  <a:pt x="0" y="250031"/>
                </a:cubicBezTo>
                <a:close/>
              </a:path>
            </a:pathLst>
          </a:custGeom>
          <a:solidFill>
            <a:srgbClr val="39A897"/>
          </a:solidFill>
          <a:ln/>
        </p:spPr>
      </p:sp>
      <p:sp>
        <p:nvSpPr>
          <p:cNvPr id="14" name="Text 11"/>
          <p:cNvSpPr/>
          <p:nvPr/>
        </p:nvSpPr>
        <p:spPr>
          <a:xfrm>
            <a:off x="1472781" y="4469743"/>
            <a:ext cx="566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A4F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技术探索：微服务与边缘部署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72781" y="4825219"/>
            <a:ext cx="566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F4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探索微服务拆分与边缘部署，降低跨境延迟，提升全球用户体验。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3940" y="5586859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目标：一年内服务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十万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创作者，月流水突破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五十万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9A89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1695" y="6186170"/>
            <a:ext cx="4448810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汇报日期：</a:t>
            </a:r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2025/01/01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99590" y="2126615"/>
            <a:ext cx="8594725" cy="23761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0165" y="4041865"/>
            <a:ext cx="5151600" cy="460800"/>
          </a:xfrm>
          <a:custGeom>
            <a:avLst/>
            <a:gdLst/>
            <a:ahLst/>
            <a:cxnLst/>
            <a:rect l="l" t="t" r="r" b="b"/>
            <a:pathLst>
              <a:path w="5151600" h="460800">
                <a:moveTo>
                  <a:pt x="0" y="0"/>
                </a:moveTo>
                <a:lnTo>
                  <a:pt x="5151600" y="0"/>
                </a:lnTo>
                <a:lnTo>
                  <a:pt x="5151600" y="460800"/>
                </a:lnTo>
                <a:lnTo>
                  <a:pt x="0" y="4608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  <a:effectLst>
            <a:outerShdw sx="100000" sy="100000" kx="0" ky="0" algn="bl" rotWithShape="0" blurRad="508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165" y="4041865"/>
            <a:ext cx="5151600" cy="460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汇报人：Kimi</a:t>
            </a:r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5-16:17:23-d2t9p4tnfo2stf9dj9l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140" y="208915"/>
            <a:ext cx="1015365" cy="71882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5-16:17:23-d2t9p4tnfo2stf9dj9l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" y="5833745"/>
            <a:ext cx="1015365" cy="7188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flipV="1">
            <a:off x="4331335" y="2506345"/>
            <a:ext cx="3529330" cy="7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4331335" y="2506345"/>
            <a:ext cx="3529330" cy="76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425700" y="1308735"/>
            <a:ext cx="7353300" cy="15887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425700" y="1308735"/>
            <a:ext cx="7353300" cy="158877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 FOR YOUR TIME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rot="5400000">
            <a:off x="827405" y="565785"/>
            <a:ext cx="170815" cy="170815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 rot="5400000">
            <a:off x="827405" y="565785"/>
            <a:ext cx="170815" cy="170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6200000">
            <a:off x="656590" y="394970"/>
            <a:ext cx="170815" cy="170815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 rot="16200000">
            <a:off x="656590" y="394970"/>
            <a:ext cx="170815" cy="1708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小红书爆款文案助手全栈实践</dc:title>
  <dc:subject>小红书爆款文案助手全栈实践</dc:subject>
  <dc:creator>Kimi</dc:creator>
  <cp:lastModifiedBy>Kimi</cp:lastModifiedBy>
  <cp:revision>1</cp:revision>
  <dcterms:created xsi:type="dcterms:W3CDTF">2025-10-23T15:27:46Z</dcterms:created>
  <dcterms:modified xsi:type="dcterms:W3CDTF">2025-10-23T15:27:46Z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{"Label":"小红书爆款文案助手全栈实践","ContentProducer":"001191110108MACG2KBH8F10000","ProduceID":"d3t48vtbf30681ascmc0","ReservedCode1":"","ContentPropagator":"001191110108MACG2KBH8F20000","PropagateID":"d3t48vtbf30681ascmc0","ReservedCode2":""}</vt:lpwstr>
  </property>
</Properties>
</file>